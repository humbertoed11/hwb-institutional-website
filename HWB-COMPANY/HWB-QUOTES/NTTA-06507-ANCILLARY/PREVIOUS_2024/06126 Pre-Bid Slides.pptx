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theme/theme5.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82" r:id="rId3"/>
    <p:sldMasterId id="2147483684" r:id="rId4"/>
    <p:sldMasterId id="2147483688" r:id="rId5"/>
    <p:sldMasterId id="2147483693" r:id="rId6"/>
  </p:sldMasterIdLst>
  <p:notesMasterIdLst>
    <p:notesMasterId r:id="rId41"/>
  </p:notesMasterIdLst>
  <p:handoutMasterIdLst>
    <p:handoutMasterId r:id="rId42"/>
  </p:handoutMasterIdLst>
  <p:sldIdLst>
    <p:sldId id="257" r:id="rId7"/>
    <p:sldId id="359" r:id="rId8"/>
    <p:sldId id="407" r:id="rId9"/>
    <p:sldId id="313" r:id="rId10"/>
    <p:sldId id="414" r:id="rId11"/>
    <p:sldId id="438" r:id="rId12"/>
    <p:sldId id="402" r:id="rId13"/>
    <p:sldId id="439" r:id="rId14"/>
    <p:sldId id="440" r:id="rId15"/>
    <p:sldId id="441" r:id="rId16"/>
    <p:sldId id="406" r:id="rId17"/>
    <p:sldId id="423" r:id="rId18"/>
    <p:sldId id="419" r:id="rId19"/>
    <p:sldId id="421" r:id="rId20"/>
    <p:sldId id="424" r:id="rId21"/>
    <p:sldId id="442" r:id="rId22"/>
    <p:sldId id="443" r:id="rId23"/>
    <p:sldId id="444" r:id="rId24"/>
    <p:sldId id="445" r:id="rId25"/>
    <p:sldId id="446" r:id="rId26"/>
    <p:sldId id="447" r:id="rId27"/>
    <p:sldId id="448" r:id="rId28"/>
    <p:sldId id="449" r:id="rId29"/>
    <p:sldId id="450" r:id="rId30"/>
    <p:sldId id="416" r:id="rId31"/>
    <p:sldId id="382" r:id="rId32"/>
    <p:sldId id="352" r:id="rId33"/>
    <p:sldId id="451" r:id="rId34"/>
    <p:sldId id="452" r:id="rId35"/>
    <p:sldId id="425" r:id="rId36"/>
    <p:sldId id="280" r:id="rId37"/>
    <p:sldId id="383" r:id="rId38"/>
    <p:sldId id="327" r:id="rId39"/>
    <p:sldId id="275" r:id="rId4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phen, Sabu" initials="SS" lastIdx="0" clrIdx="0"/>
  <p:cmAuthor id="2" name="Solano, Anjelica" initials="SA" lastIdx="13" clrIdx="1"/>
  <p:cmAuthor id="3" name="Burns, Regina" initials="BR"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26" autoAdjust="0"/>
    <p:restoredTop sz="62170" autoAdjust="0"/>
  </p:normalViewPr>
  <p:slideViewPr>
    <p:cSldViewPr snapToGrid="0">
      <p:cViewPr varScale="1">
        <p:scale>
          <a:sx n="114" d="100"/>
          <a:sy n="114" d="100"/>
        </p:scale>
        <p:origin x="276" y="84"/>
      </p:cViewPr>
      <p:guideLst>
        <p:guide orient="horz" pos="2160"/>
        <p:guide pos="3864"/>
      </p:guideLst>
    </p:cSldViewPr>
  </p:slideViewPr>
  <p:notesTextViewPr>
    <p:cViewPr>
      <p:scale>
        <a:sx n="3" d="2"/>
        <a:sy n="3" d="2"/>
      </p:scale>
      <p:origin x="0" y="0"/>
    </p:cViewPr>
  </p:notesTextViewPr>
  <p:sorterViewPr>
    <p:cViewPr>
      <p:scale>
        <a:sx n="130" d="100"/>
        <a:sy n="130" d="100"/>
      </p:scale>
      <p:origin x="0" y="-1722"/>
    </p:cViewPr>
  </p:sorterViewPr>
  <p:notesViewPr>
    <p:cSldViewPr snapToGrid="0">
      <p:cViewPr varScale="1">
        <p:scale>
          <a:sx n="82" d="100"/>
          <a:sy n="82" d="100"/>
        </p:scale>
        <p:origin x="375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8E1DCEAC-53C9-45B7-A993-ECDE719312B3}" type="datetimeFigureOut">
              <a:rPr lang="en-US" smtClean="0"/>
              <a:t>9/19/2024</a:t>
            </a:fld>
            <a:endParaRPr lang="en-US" dirty="0"/>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8E797730-A896-4767-BD0B-728313E2B87F}" type="slidenum">
              <a:rPr lang="en-US" smtClean="0"/>
              <a:t>‹#›</a:t>
            </a:fld>
            <a:endParaRPr lang="en-US" dirty="0"/>
          </a:p>
        </p:txBody>
      </p:sp>
    </p:spTree>
    <p:extLst>
      <p:ext uri="{BB962C8B-B14F-4D97-AF65-F5344CB8AC3E}">
        <p14:creationId xmlns:p14="http://schemas.microsoft.com/office/powerpoint/2010/main" val="21470728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E45E3E7-BFCF-4F0B-A091-89FA536FC588}" type="datetimeFigureOut">
              <a:rPr lang="en-US" smtClean="0"/>
              <a:t>9/19/2024</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98C5770-A51C-4301-A3A7-A1A268672864}" type="slidenum">
              <a:rPr lang="en-US" smtClean="0"/>
              <a:t>‹#›</a:t>
            </a:fld>
            <a:endParaRPr lang="en-US" dirty="0"/>
          </a:p>
        </p:txBody>
      </p:sp>
    </p:spTree>
    <p:extLst>
      <p:ext uri="{BB962C8B-B14F-4D97-AF65-F5344CB8AC3E}">
        <p14:creationId xmlns:p14="http://schemas.microsoft.com/office/powerpoint/2010/main" val="1614757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1</a:t>
            </a:fld>
            <a:endParaRPr lang="en-US" dirty="0">
              <a:solidFill>
                <a:srgbClr val="000000"/>
              </a:solidFill>
            </a:endParaRPr>
          </a:p>
        </p:txBody>
      </p:sp>
    </p:spTree>
    <p:extLst>
      <p:ext uri="{BB962C8B-B14F-4D97-AF65-F5344CB8AC3E}">
        <p14:creationId xmlns:p14="http://schemas.microsoft.com/office/powerpoint/2010/main" val="369457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prstClr val="black"/>
                </a:solidFill>
              </a:rPr>
              <a:pPr>
                <a:defRPr/>
              </a:pPr>
              <a:t>2</a:t>
            </a:fld>
            <a:endParaRPr lang="en-US" dirty="0">
              <a:solidFill>
                <a:prstClr val="black"/>
              </a:solidFill>
            </a:endParaRPr>
          </a:p>
        </p:txBody>
      </p:sp>
    </p:spTree>
    <p:extLst>
      <p:ext uri="{BB962C8B-B14F-4D97-AF65-F5344CB8AC3E}">
        <p14:creationId xmlns:p14="http://schemas.microsoft.com/office/powerpoint/2010/main" val="1834325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prstClr val="black"/>
                </a:solidFill>
              </a:rPr>
              <a:pPr>
                <a:defRPr/>
              </a:pPr>
              <a:t>3</a:t>
            </a:fld>
            <a:endParaRPr lang="en-US" dirty="0">
              <a:solidFill>
                <a:prstClr val="black"/>
              </a:solidFill>
            </a:endParaRPr>
          </a:p>
        </p:txBody>
      </p:sp>
    </p:spTree>
    <p:extLst>
      <p:ext uri="{BB962C8B-B14F-4D97-AF65-F5344CB8AC3E}">
        <p14:creationId xmlns:p14="http://schemas.microsoft.com/office/powerpoint/2010/main" val="3687223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8C5770-A51C-4301-A3A7-A1A268672864}" type="slidenum">
              <a:rPr lang="en-US" smtClean="0"/>
              <a:t>4</a:t>
            </a:fld>
            <a:endParaRPr lang="en-US" dirty="0"/>
          </a:p>
        </p:txBody>
      </p:sp>
    </p:spTree>
    <p:extLst>
      <p:ext uri="{BB962C8B-B14F-4D97-AF65-F5344CB8AC3E}">
        <p14:creationId xmlns:p14="http://schemas.microsoft.com/office/powerpoint/2010/main" val="3580907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8C5770-A51C-4301-A3A7-A1A268672864}" type="slidenum">
              <a:rPr lang="en-US" smtClean="0"/>
              <a:t>5</a:t>
            </a:fld>
            <a:endParaRPr lang="en-US" dirty="0"/>
          </a:p>
        </p:txBody>
      </p:sp>
    </p:spTree>
    <p:extLst>
      <p:ext uri="{BB962C8B-B14F-4D97-AF65-F5344CB8AC3E}">
        <p14:creationId xmlns:p14="http://schemas.microsoft.com/office/powerpoint/2010/main" val="53552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6</a:t>
            </a:fld>
            <a:endParaRPr lang="en-US" dirty="0">
              <a:solidFill>
                <a:srgbClr val="000000"/>
              </a:solidFill>
            </a:endParaRPr>
          </a:p>
        </p:txBody>
      </p:sp>
    </p:spTree>
    <p:extLst>
      <p:ext uri="{BB962C8B-B14F-4D97-AF65-F5344CB8AC3E}">
        <p14:creationId xmlns:p14="http://schemas.microsoft.com/office/powerpoint/2010/main" val="1661913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7</a:t>
            </a:fld>
            <a:endParaRPr lang="en-US" dirty="0">
              <a:solidFill>
                <a:srgbClr val="000000"/>
              </a:solidFill>
            </a:endParaRPr>
          </a:p>
        </p:txBody>
      </p:sp>
    </p:spTree>
    <p:extLst>
      <p:ext uri="{BB962C8B-B14F-4D97-AF65-F5344CB8AC3E}">
        <p14:creationId xmlns:p14="http://schemas.microsoft.com/office/powerpoint/2010/main" val="1836598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8</a:t>
            </a:fld>
            <a:endParaRPr lang="en-US" dirty="0">
              <a:solidFill>
                <a:srgbClr val="000000"/>
              </a:solidFill>
            </a:endParaRPr>
          </a:p>
        </p:txBody>
      </p:sp>
    </p:spTree>
    <p:extLst>
      <p:ext uri="{BB962C8B-B14F-4D97-AF65-F5344CB8AC3E}">
        <p14:creationId xmlns:p14="http://schemas.microsoft.com/office/powerpoint/2010/main" val="973765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1308713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r>
              <a:rPr lang="en-US" dirty="0"/>
              <a:t>Failure to register on NTTA Marketplace or if a vendor fails to acknowledge a Solicitation, the vendor cannot be considered responsive, and, is thus ineligible for a procurement award.</a:t>
            </a:r>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3055774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1914351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8C5770-A51C-4301-A3A7-A1A268672864}" type="slidenum">
              <a:rPr lang="en-US" smtClean="0"/>
              <a:t>13</a:t>
            </a:fld>
            <a:endParaRPr lang="en-US" dirty="0"/>
          </a:p>
        </p:txBody>
      </p:sp>
    </p:spTree>
    <p:extLst>
      <p:ext uri="{BB962C8B-B14F-4D97-AF65-F5344CB8AC3E}">
        <p14:creationId xmlns:p14="http://schemas.microsoft.com/office/powerpoint/2010/main" val="1889597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prstClr val="black"/>
                </a:solidFill>
              </a:rPr>
              <a:pPr>
                <a:defRPr/>
              </a:pPr>
              <a:t>14</a:t>
            </a:fld>
            <a:endParaRPr lang="en-US" dirty="0">
              <a:solidFill>
                <a:prstClr val="black"/>
              </a:solidFill>
            </a:endParaRPr>
          </a:p>
        </p:txBody>
      </p:sp>
    </p:spTree>
    <p:extLst>
      <p:ext uri="{BB962C8B-B14F-4D97-AF65-F5344CB8AC3E}">
        <p14:creationId xmlns:p14="http://schemas.microsoft.com/office/powerpoint/2010/main" val="1397258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prstClr val="black"/>
                </a:solidFill>
              </a:rPr>
              <a:pPr>
                <a:defRPr/>
              </a:pPr>
              <a:t>15</a:t>
            </a:fld>
            <a:endParaRPr lang="en-US" dirty="0">
              <a:solidFill>
                <a:prstClr val="black"/>
              </a:solidFill>
            </a:endParaRPr>
          </a:p>
        </p:txBody>
      </p:sp>
    </p:spTree>
    <p:extLst>
      <p:ext uri="{BB962C8B-B14F-4D97-AF65-F5344CB8AC3E}">
        <p14:creationId xmlns:p14="http://schemas.microsoft.com/office/powerpoint/2010/main" val="1821754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F4FE4D-D970-41C4-A419-AB92A14E0D4F}"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5399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8C5770-A51C-4301-A3A7-A1A2686728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314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our determination we then set either a numerical goal or a Good Faith Effort Goal on the contract.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Specifically with the minority subcontractors you will want to ensure they are certified by one of the certifying agencies NTTA recognizes to ensure their participation counts towards the numerical goal.  We will go over the certifying agencies later in the presentation.  Please note you may use any subcontractor on the project but only those that hold the certification of the agencies we recognize will count towards the aspirational goal set for the project.  Please complete the 4906 form in its entirety including Federal Tax ID of the firms you are utilizing, and that all parties have signed the form.   MOVE TO SLIDE 4 “ </a:t>
            </a:r>
            <a:r>
              <a:rPr lang="en-US" b="1" baseline="0" dirty="0"/>
              <a:t>BE RESPONSIVE”  So How do you ensure you bid is responsive?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This particular solicitation has a </a:t>
            </a:r>
            <a:r>
              <a:rPr lang="en-US" b="1" baseline="0" dirty="0"/>
              <a:t>NUMERICAL GOAL OF </a:t>
            </a:r>
            <a:r>
              <a:rPr lang="en-US" b="1" u="sng" baseline="0" dirty="0"/>
              <a:t>#####</a:t>
            </a:r>
            <a:r>
              <a:rPr lang="en-US" b="1" baseline="0" dirty="0"/>
              <a:t> OR HAS BEEN SET WITH A </a:t>
            </a:r>
            <a:r>
              <a:rPr lang="en-US" b="1" u="sng" baseline="0" dirty="0"/>
              <a:t>GOOD FAITH EFFORT</a:t>
            </a:r>
            <a:r>
              <a:rPr lang="en-US" b="1" baseline="0" dirty="0"/>
              <a:t>.  </a:t>
            </a:r>
            <a:r>
              <a:rPr lang="en-US" sz="1200" b="1" i="1" u="sng" baseline="0" dirty="0">
                <a:solidFill>
                  <a:srgbClr val="FF0000"/>
                </a:solidFill>
              </a:rPr>
              <a:t>Move to the slide that it pertains to </a:t>
            </a:r>
            <a:endParaRPr lang="en-US" sz="1200" i="1" u="sng"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rgbClr val="FF0000"/>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F52331-EA79-4F59-8780-EB7201140A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4640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our determination we then set either a numerical goal or a Good Faith Effort Goal on the contract.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Specifically with the minority subcontractors you will want to ensure they are certified by one of the certifying agencies NTTA recognizes to ensure their participation counts towards the numerical goal.  We will go over the certifying agencies later in the presentation.  Please note you may use any subcontractor on the project but only those that hold the certification of the agencies we recognize will count towards the aspirational goal set for the project.  Please complete the 4906 form in its entirety including Federal Tax ID of the firms you are utilizing, and that all parties have signed the form.   MOVE TO SLIDE 4 “ </a:t>
            </a:r>
            <a:r>
              <a:rPr lang="en-US" b="1" baseline="0" dirty="0"/>
              <a:t>BE RESPONSIVE”  So How do you ensure you bid is responsive?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This particular solicitation has a </a:t>
            </a:r>
            <a:r>
              <a:rPr lang="en-US" b="1" baseline="0" dirty="0"/>
              <a:t>NUMERICAL GOAL OF </a:t>
            </a:r>
            <a:r>
              <a:rPr lang="en-US" b="1" u="sng" baseline="0" dirty="0"/>
              <a:t>#####</a:t>
            </a:r>
            <a:r>
              <a:rPr lang="en-US" b="1" baseline="0" dirty="0"/>
              <a:t> OR HAS BEEN SET WITH A </a:t>
            </a:r>
            <a:r>
              <a:rPr lang="en-US" b="1" u="sng" baseline="0" dirty="0"/>
              <a:t>GOOD FAITH EFFORT</a:t>
            </a:r>
            <a:r>
              <a:rPr lang="en-US" b="1" baseline="0" dirty="0"/>
              <a:t>.  </a:t>
            </a:r>
            <a:r>
              <a:rPr lang="en-US" sz="1200" b="1" i="1" u="sng" baseline="0" dirty="0">
                <a:solidFill>
                  <a:srgbClr val="FF0000"/>
                </a:solidFill>
              </a:rPr>
              <a:t>Move to the slide that it pertains to </a:t>
            </a:r>
            <a:endParaRPr lang="en-US" sz="1200" i="1" u="sng"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rgbClr val="FF0000"/>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F52331-EA79-4F59-8780-EB7201140A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2628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a:t>
            </a:r>
            <a:r>
              <a:rPr lang="en-US" baseline="0" dirty="0"/>
              <a:t> are the certifications NTTA recognizes in our D/M/WBE program. If you are using a firm that does not have one of these certificates it means you may use them but their participation will not count towards the minority aspirational goal.  To further assist you in being successful and understanding NTTA’s policy on Business Diversity  and the role of the Business Diversity at Department the following are resources you may review. </a:t>
            </a:r>
          </a:p>
          <a:p>
            <a:endParaRPr lang="en-US" b="1" baseline="0" dirty="0"/>
          </a:p>
          <a:p>
            <a:r>
              <a:rPr lang="en-US" b="1" baseline="0" dirty="0"/>
              <a:t>MOVE TO FINAL SLIDE 10 D/M/WBE Resources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F52331-EA79-4F59-8780-EB7201140A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8322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8C5770-A51C-4301-A3A7-A1A2686728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3458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a:t>
            </a:r>
            <a:r>
              <a:rPr lang="en-US" b="1" dirty="0"/>
              <a:t>A Prime</a:t>
            </a:r>
            <a:r>
              <a:rPr lang="en-US" b="1" baseline="0" dirty="0"/>
              <a:t> is a Prime</a:t>
            </a:r>
            <a:r>
              <a:rPr lang="en-US" baseline="0" dirty="0"/>
              <a:t>”. The Prime is responsible for the contract and is the one that has entered into a contractual agreement with NTTA. </a:t>
            </a:r>
          </a:p>
          <a:p>
            <a:endParaRPr lang="en-US" baseline="0" dirty="0"/>
          </a:p>
          <a:p>
            <a:r>
              <a:rPr lang="en-US" baseline="0" dirty="0"/>
              <a:t>A Prime large or small, minority or non-minority a Prime is a Prime. </a:t>
            </a:r>
          </a:p>
          <a:p>
            <a:endParaRPr lang="en-US" baseline="0" dirty="0"/>
          </a:p>
          <a:p>
            <a:r>
              <a:rPr lang="en-US" baseline="0" dirty="0"/>
              <a:t>If you are a minority Prime your participation as a Prime minority counts towards the overall agency attainment but it </a:t>
            </a:r>
            <a:r>
              <a:rPr lang="en-US" b="1" baseline="0" dirty="0"/>
              <a:t>DOES NOT COUNT TOWARDS THE ASPIRATIONAL GOAL OF THE CONTRACT.  </a:t>
            </a:r>
          </a:p>
          <a:p>
            <a:endParaRPr lang="en-US" b="1" baseline="0" dirty="0"/>
          </a:p>
          <a:p>
            <a:r>
              <a:rPr lang="en-US" b="0" baseline="0" dirty="0"/>
              <a:t>Business Diversity wants the Prime and Subs to be successful.  If you need any help with completing the forms, do not hesitate to contact us.  All your questions should be channeled through the buyer and we will gladly help.</a:t>
            </a:r>
          </a:p>
          <a:p>
            <a:endParaRPr lang="en-US" b="0" baseline="0" dirty="0"/>
          </a:p>
          <a:p>
            <a:r>
              <a:rPr lang="en-US" b="1" baseline="0" dirty="0"/>
              <a:t>We CARE about your success…with that comes some responsibilities on your part.</a:t>
            </a:r>
          </a:p>
          <a:p>
            <a:endParaRPr lang="en-US" b="1" baseline="0" dirty="0"/>
          </a:p>
          <a:p>
            <a:r>
              <a:rPr lang="en-US" b="1" baseline="0" dirty="0"/>
              <a:t>Go into the explanation of CARE. Slide 8</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F52331-EA79-4F59-8780-EB7201140A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2394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
            </a:r>
            <a:r>
              <a:rPr lang="en-US" baseline="0" dirty="0"/>
              <a:t> numerical goal has been assigned to this solicitation. This means that a Prime Bidder you MUST complete a 4906 form identifying all the firms you are planning on using on the contract both minority and non-minority. </a:t>
            </a:r>
            <a:endParaRPr lang="en-US" dirty="0"/>
          </a:p>
          <a:p>
            <a:endParaRPr lang="en-US" dirty="0"/>
          </a:p>
          <a:p>
            <a:r>
              <a:rPr lang="en-US" b="1" dirty="0"/>
              <a:t>A subcontractor</a:t>
            </a:r>
            <a:r>
              <a:rPr lang="en-US" b="1" baseline="0" dirty="0"/>
              <a:t> is a subcontractor</a:t>
            </a:r>
            <a:r>
              <a:rPr lang="en-US" baseline="0" dirty="0"/>
              <a:t>, regardless of the certification(s). This information is also helpful because a Prime must do a certain part of the work to be considered a Prime.</a:t>
            </a:r>
            <a:endParaRPr lang="en-US" dirty="0"/>
          </a:p>
          <a:p>
            <a:endParaRPr lang="en-US" dirty="0"/>
          </a:p>
          <a:p>
            <a:r>
              <a:rPr lang="en-US" baseline="0" dirty="0"/>
              <a:t>The form also tells us the following information: </a:t>
            </a:r>
          </a:p>
          <a:p>
            <a:pPr marL="171450" indent="-171450">
              <a:buFont typeface="Arial" panose="020B0604020202020204" pitchFamily="34" charset="0"/>
              <a:buChar char="•"/>
            </a:pPr>
            <a:r>
              <a:rPr lang="en-US" baseline="0" dirty="0"/>
              <a:t>Who the Prime is, </a:t>
            </a:r>
          </a:p>
          <a:p>
            <a:pPr marL="171450" indent="-171450">
              <a:buFont typeface="Arial" panose="020B0604020202020204" pitchFamily="34" charset="0"/>
              <a:buChar char="•"/>
            </a:pPr>
            <a:r>
              <a:rPr lang="en-US" baseline="0" dirty="0"/>
              <a:t>what the agreed upon contract value and scope of services to be provided by the subcontractor is, </a:t>
            </a:r>
          </a:p>
          <a:p>
            <a:pPr marL="171450" indent="-171450">
              <a:buFont typeface="Arial" panose="020B0604020202020204" pitchFamily="34" charset="0"/>
              <a:buChar char="•"/>
            </a:pPr>
            <a:r>
              <a:rPr lang="en-US" baseline="0" dirty="0"/>
              <a:t>whether the subcontractor is a minority or not etc. </a:t>
            </a:r>
          </a:p>
          <a:p>
            <a:pPr marL="171450" indent="-171450">
              <a:buFont typeface="Arial" panose="020B0604020202020204" pitchFamily="34" charset="0"/>
              <a:buChar char="•"/>
            </a:pPr>
            <a:endParaRPr lang="en-US" baseline="0" dirty="0"/>
          </a:p>
          <a:p>
            <a:pPr marL="0" indent="0">
              <a:buFont typeface="Arial" panose="020B0604020202020204" pitchFamily="34" charset="0"/>
              <a:buNone/>
            </a:pPr>
            <a:r>
              <a:rPr lang="en-US" baseline="0" dirty="0"/>
              <a:t>As mentioned earlier, “</a:t>
            </a:r>
            <a:r>
              <a:rPr lang="en-US" b="1" dirty="0"/>
              <a:t>A subcontractor</a:t>
            </a:r>
            <a:r>
              <a:rPr lang="en-US" b="1" baseline="0" dirty="0"/>
              <a:t> is a subcontractor” </a:t>
            </a:r>
            <a:r>
              <a:rPr lang="en-US" b="0" baseline="0" dirty="0"/>
              <a:t>and equally, A Prime is a Prime” regardless of its certification status.  We say that, because with being a Prime comes a few other responsibilities.  The Prime is responsible for completing all the necessary forms that BDD/ NTTA requires. </a:t>
            </a:r>
          </a:p>
          <a:p>
            <a:pPr marL="0" indent="0">
              <a:buFont typeface="Arial" panose="020B0604020202020204" pitchFamily="34" charset="0"/>
              <a:buNone/>
            </a:pPr>
            <a:endParaRPr lang="en-US" b="0" baseline="0" dirty="0"/>
          </a:p>
          <a:p>
            <a:pPr marL="0" indent="0">
              <a:buFont typeface="Arial" panose="020B0604020202020204" pitchFamily="34" charset="0"/>
              <a:buNone/>
            </a:pPr>
            <a:r>
              <a:rPr lang="en-US" b="1" baseline="0" dirty="0"/>
              <a:t>Move to Slide  7 </a:t>
            </a:r>
            <a:r>
              <a:rPr lang="en-US" baseline="0" dirty="0"/>
              <a:t>“</a:t>
            </a:r>
            <a:r>
              <a:rPr lang="en-US" b="1" baseline="0" dirty="0"/>
              <a:t>Prime is a Prime”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F52331-EA79-4F59-8780-EB7201140A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3164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contract has</a:t>
            </a:r>
            <a:r>
              <a:rPr lang="en-US" baseline="0" dirty="0"/>
              <a:t> a Good Faith Effort Goal on it. This is not a numerical goal but a goal to demonstrate your efforts as a PRIME to look for opportunities on the contract that may be performed or supplied by a D/M/WBE firm. We are not suggesting that you incur additional costs by utilizing a D/M/WBE firm if the work that could be performed by a D/M/WBE firm is work that is part of your normal business practice and utilizing a D/M/WBE firm would increase costs clearly state and provide as much detail in your explanation. Marking up the GE with N/A or “we do not subcontract” is considered non-responsive and may require additional work on your part. We are encouraging you to look for potential opportunities that make good business sense.  The best way to demonstrate your Good Faith Effort is to do any and or all of the following </a:t>
            </a:r>
            <a:r>
              <a:rPr lang="en-US" b="1" baseline="0" dirty="0"/>
              <a:t>MOVE TO SLIDE 6 DEMONSTRATING GOOD FAITH EFFORT</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F52331-EA79-4F59-8780-EB7201140A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4515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a:t>
            </a:r>
            <a:r>
              <a:rPr lang="en-US" baseline="0" dirty="0"/>
              <a:t> are the certifications NTTA recognizes in our D/M/WBE program. If you are using a firm that does not have one of these certificates it means you may use them but their participation will not count towards the minority aspirational goal.  To further assist you in being successful and understanding NTTA’s policy on Business Diversity  and the role of the Business Diversity at Department the following are resources you may review. </a:t>
            </a:r>
          </a:p>
          <a:p>
            <a:endParaRPr lang="en-US" b="1" baseline="0" dirty="0"/>
          </a:p>
          <a:p>
            <a:r>
              <a:rPr lang="en-US" b="1" baseline="0" dirty="0"/>
              <a:t>MOVE TO FINAL SLIDE 10 D/M/WBE Resources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F52331-EA79-4F59-8780-EB7201140A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8322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26</a:t>
            </a:fld>
            <a:endParaRPr lang="en-US" dirty="0">
              <a:solidFill>
                <a:srgbClr val="000000"/>
              </a:solidFill>
            </a:endParaRPr>
          </a:p>
        </p:txBody>
      </p:sp>
    </p:spTree>
    <p:extLst>
      <p:ext uri="{BB962C8B-B14F-4D97-AF65-F5344CB8AC3E}">
        <p14:creationId xmlns:p14="http://schemas.microsoft.com/office/powerpoint/2010/main" val="191771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8C5770-A51C-4301-A3A7-A1A268672864}" type="slidenum">
              <a:rPr lang="en-US" smtClean="0"/>
              <a:t>27</a:t>
            </a:fld>
            <a:endParaRPr lang="en-US" dirty="0"/>
          </a:p>
        </p:txBody>
      </p:sp>
    </p:spTree>
    <p:extLst>
      <p:ext uri="{BB962C8B-B14F-4D97-AF65-F5344CB8AC3E}">
        <p14:creationId xmlns:p14="http://schemas.microsoft.com/office/powerpoint/2010/main" val="2305122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8C5770-A51C-4301-A3A7-A1A268672864}" type="slidenum">
              <a:rPr lang="en-US" smtClean="0"/>
              <a:t>28</a:t>
            </a:fld>
            <a:endParaRPr lang="en-US" dirty="0"/>
          </a:p>
        </p:txBody>
      </p:sp>
    </p:spTree>
    <p:extLst>
      <p:ext uri="{BB962C8B-B14F-4D97-AF65-F5344CB8AC3E}">
        <p14:creationId xmlns:p14="http://schemas.microsoft.com/office/powerpoint/2010/main" val="41237604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8C5770-A51C-4301-A3A7-A1A268672864}" type="slidenum">
              <a:rPr lang="en-US" smtClean="0"/>
              <a:t>29</a:t>
            </a:fld>
            <a:endParaRPr lang="en-US" dirty="0"/>
          </a:p>
        </p:txBody>
      </p:sp>
    </p:spTree>
    <p:extLst>
      <p:ext uri="{BB962C8B-B14F-4D97-AF65-F5344CB8AC3E}">
        <p14:creationId xmlns:p14="http://schemas.microsoft.com/office/powerpoint/2010/main" val="624808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30</a:t>
            </a:fld>
            <a:endParaRPr lang="en-US" dirty="0">
              <a:solidFill>
                <a:srgbClr val="000000"/>
              </a:solidFill>
            </a:endParaRPr>
          </a:p>
        </p:txBody>
      </p:sp>
    </p:spTree>
    <p:extLst>
      <p:ext uri="{BB962C8B-B14F-4D97-AF65-F5344CB8AC3E}">
        <p14:creationId xmlns:p14="http://schemas.microsoft.com/office/powerpoint/2010/main" val="35675987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7363" y="731838"/>
            <a:ext cx="6503987" cy="3657600"/>
          </a:xfrm>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31</a:t>
            </a:fld>
            <a:endParaRPr lang="en-US" dirty="0"/>
          </a:p>
        </p:txBody>
      </p:sp>
    </p:spTree>
    <p:extLst>
      <p:ext uri="{BB962C8B-B14F-4D97-AF65-F5344CB8AC3E}">
        <p14:creationId xmlns:p14="http://schemas.microsoft.com/office/powerpoint/2010/main" val="3096731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32</a:t>
            </a:fld>
            <a:endParaRPr lang="en-US" dirty="0">
              <a:solidFill>
                <a:srgbClr val="000000"/>
              </a:solidFill>
            </a:endParaRPr>
          </a:p>
        </p:txBody>
      </p:sp>
    </p:spTree>
    <p:extLst>
      <p:ext uri="{BB962C8B-B14F-4D97-AF65-F5344CB8AC3E}">
        <p14:creationId xmlns:p14="http://schemas.microsoft.com/office/powerpoint/2010/main" val="21654238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chor="t"/>
          <a:lstStyle/>
          <a:p>
            <a:endParaRPr lang="en-US" dirty="0"/>
          </a:p>
        </p:txBody>
      </p:sp>
      <p:sp>
        <p:nvSpPr>
          <p:cNvPr id="4" name="Slide Number Placeholder 3"/>
          <p:cNvSpPr>
            <a:spLocks noGrp="1"/>
          </p:cNvSpPr>
          <p:nvPr>
            <p:ph type="sldNum" sz="quarter" idx="10"/>
          </p:nvPr>
        </p:nvSpPr>
        <p:spPr/>
        <p:txBody>
          <a:bodyPr/>
          <a:lstStyle/>
          <a:p>
            <a:pPr>
              <a:defRPr/>
            </a:pPr>
            <a:fld id="{35F4FE4D-D970-41C4-A419-AB92A14E0D4F}" type="slidenum">
              <a:rPr lang="en-US" smtClean="0">
                <a:solidFill>
                  <a:srgbClr val="000000"/>
                </a:solidFill>
              </a:rPr>
              <a:pPr>
                <a:defRPr/>
              </a:pPr>
              <a:t>34</a:t>
            </a:fld>
            <a:endParaRPr lang="en-US" dirty="0">
              <a:solidFill>
                <a:srgbClr val="000000"/>
              </a:solidFill>
            </a:endParaRPr>
          </a:p>
        </p:txBody>
      </p:sp>
    </p:spTree>
    <p:extLst>
      <p:ext uri="{BB962C8B-B14F-4D97-AF65-F5344CB8AC3E}">
        <p14:creationId xmlns:p14="http://schemas.microsoft.com/office/powerpoint/2010/main" val="1668405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a:xfrm>
            <a:off x="11717687" y="6535934"/>
            <a:ext cx="479260" cy="191912"/>
          </a:xfrm>
        </p:spPr>
        <p:txBody>
          <a:bodyPr/>
          <a:lstStyle>
            <a:lvl1pPr>
              <a:defRPr/>
            </a:lvl1pPr>
          </a:lstStyle>
          <a:p>
            <a:pPr>
              <a:buClr>
                <a:srgbClr val="000000"/>
              </a:buClr>
            </a:pPr>
            <a:fld id="{F71C7896-8E11-4384-BFC5-C0974CDBC83D}" type="slidenum">
              <a:rPr lang="en-US">
                <a:solidFill>
                  <a:srgbClr val="FFFFFF"/>
                </a:solidFill>
              </a:rPr>
              <a:pPr>
                <a:buClr>
                  <a:srgbClr val="000000"/>
                </a:buClr>
              </a:pPr>
              <a:t>‹#›</a:t>
            </a:fld>
            <a:endParaRPr lang="en-US" dirty="0">
              <a:solidFill>
                <a:srgbClr val="FFFFFF"/>
              </a:solidFill>
            </a:endParaRPr>
          </a:p>
        </p:txBody>
      </p:sp>
      <p:sp>
        <p:nvSpPr>
          <p:cNvPr id="6" name="Text Placeholder 5"/>
          <p:cNvSpPr>
            <a:spLocks noGrp="1"/>
          </p:cNvSpPr>
          <p:nvPr>
            <p:ph type="body" sz="quarter" idx="11"/>
          </p:nvPr>
        </p:nvSpPr>
        <p:spPr>
          <a:xfrm>
            <a:off x="276265" y="988840"/>
            <a:ext cx="11472672" cy="166541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245272" y="1"/>
            <a:ext cx="10154605" cy="831851"/>
          </a:xfrm>
        </p:spPr>
        <p:txBody>
          <a:bodyPr/>
          <a:lstStyle>
            <a:lvl1pPr>
              <a:defRPr>
                <a:latin typeface="+mj-lt"/>
              </a:defRPr>
            </a:lvl1pPr>
          </a:lstStyle>
          <a:p>
            <a:r>
              <a:rPr lang="en-US" dirty="0"/>
              <a:t>Click to edit Master title style</a:t>
            </a:r>
          </a:p>
        </p:txBody>
      </p:sp>
    </p:spTree>
    <p:extLst>
      <p:ext uri="{BB962C8B-B14F-4D97-AF65-F5344CB8AC3E}">
        <p14:creationId xmlns:p14="http://schemas.microsoft.com/office/powerpoint/2010/main" val="74969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pic>
        <p:nvPicPr>
          <p:cNvPr id="58" name="Picture 57" descr="Binder4 1.pdf"/>
          <p:cNvPicPr>
            <a:picLocks noChangeAspect="1"/>
          </p:cNvPicPr>
          <p:nvPr userDrawn="1"/>
        </p:nvPicPr>
        <p:blipFill rotWithShape="1">
          <a:blip r:embed="rId2" cstate="print">
            <a:extLst>
              <a:ext uri="{28A0092B-C50C-407E-A947-70E740481C1C}">
                <a14:useLocalDpi xmlns:a14="http://schemas.microsoft.com/office/drawing/2010/main" val="0"/>
              </a:ext>
            </a:extLst>
          </a:blip>
          <a:srcRect r="45938"/>
          <a:stretch/>
        </p:blipFill>
        <p:spPr>
          <a:xfrm>
            <a:off x="37" y="0"/>
            <a:ext cx="6591300" cy="6858000"/>
          </a:xfrm>
          <a:prstGeom prst="rect">
            <a:avLst/>
          </a:prstGeom>
        </p:spPr>
      </p:pic>
      <p:sp>
        <p:nvSpPr>
          <p:cNvPr id="8" name="Rectangle 7"/>
          <p:cNvSpPr/>
          <p:nvPr userDrawn="1"/>
        </p:nvSpPr>
        <p:spPr bwMode="auto">
          <a:xfrm>
            <a:off x="6073031" y="0"/>
            <a:ext cx="6119004" cy="6858000"/>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sp>
        <p:nvSpPr>
          <p:cNvPr id="59" name="Rectangle 58"/>
          <p:cNvSpPr/>
          <p:nvPr userDrawn="1"/>
        </p:nvSpPr>
        <p:spPr bwMode="auto">
          <a:xfrm>
            <a:off x="6734175" y="2143155"/>
            <a:ext cx="76200" cy="2266951"/>
          </a:xfrm>
          <a:prstGeom prst="rect">
            <a:avLst/>
          </a:prstGeom>
          <a:solidFill>
            <a:srgbClr val="F9B10B"/>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sp>
        <p:nvSpPr>
          <p:cNvPr id="200745" name="Rectangle 200744"/>
          <p:cNvSpPr/>
          <p:nvPr userDrawn="1"/>
        </p:nvSpPr>
        <p:spPr bwMode="auto">
          <a:xfrm>
            <a:off x="0" y="6799656"/>
            <a:ext cx="12192000" cy="211493"/>
          </a:xfrm>
          <a:prstGeom prst="rect">
            <a:avLst/>
          </a:prstGeom>
          <a:solidFill>
            <a:srgbClr val="C2C2C2"/>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sp>
        <p:nvSpPr>
          <p:cNvPr id="200706" name="Rectangle 2"/>
          <p:cNvSpPr>
            <a:spLocks noGrp="1" noChangeArrowheads="1"/>
          </p:cNvSpPr>
          <p:nvPr>
            <p:ph type="subTitle" idx="1"/>
          </p:nvPr>
        </p:nvSpPr>
        <p:spPr>
          <a:xfrm>
            <a:off x="6860279" y="3576439"/>
            <a:ext cx="4392608" cy="219290"/>
          </a:xfrm>
          <a:prstGeom prst="rect">
            <a:avLst/>
          </a:prstGeom>
        </p:spPr>
        <p:txBody>
          <a:bodyPr lIns="68579" tIns="0" rIns="68579" bIns="34289"/>
          <a:lstStyle>
            <a:lvl1pPr algn="l">
              <a:tabLst>
                <a:tab pos="1025474" algn="l"/>
              </a:tabLst>
              <a:defRPr sz="1200" b="0" i="0">
                <a:solidFill>
                  <a:schemeClr val="bg1"/>
                </a:solidFill>
                <a:latin typeface="+mn-lt"/>
                <a:cs typeface="Arial" pitchFamily="34" charset="0"/>
              </a:defRPr>
            </a:lvl1pPr>
          </a:lstStyle>
          <a:p>
            <a:r>
              <a:rPr lang="en-US" dirty="0"/>
              <a:t>Click to edit Master subtitle style</a:t>
            </a:r>
          </a:p>
        </p:txBody>
      </p:sp>
      <p:sp>
        <p:nvSpPr>
          <p:cNvPr id="2" name="Title 1"/>
          <p:cNvSpPr>
            <a:spLocks noGrp="1"/>
          </p:cNvSpPr>
          <p:nvPr>
            <p:ph type="title"/>
          </p:nvPr>
        </p:nvSpPr>
        <p:spPr>
          <a:xfrm>
            <a:off x="6860287" y="2166174"/>
            <a:ext cx="4392600" cy="1167607"/>
          </a:xfrm>
        </p:spPr>
        <p:txBody>
          <a:bodyPr/>
          <a:lstStyle>
            <a:lvl1pPr algn="l">
              <a:defRPr sz="3200">
                <a:solidFill>
                  <a:schemeClr val="bg1"/>
                </a:solidFill>
                <a:latin typeface="+mj-lt"/>
              </a:defRPr>
            </a:lvl1pPr>
          </a:lstStyle>
          <a:p>
            <a:r>
              <a:rPr lang="en-US" dirty="0"/>
              <a:t>Click to edit Master title style</a:t>
            </a:r>
          </a:p>
        </p:txBody>
      </p:sp>
      <p:sp>
        <p:nvSpPr>
          <p:cNvPr id="6" name="Text Placeholder 5"/>
          <p:cNvSpPr>
            <a:spLocks noGrp="1"/>
          </p:cNvSpPr>
          <p:nvPr>
            <p:ph type="body" sz="quarter" idx="10"/>
          </p:nvPr>
        </p:nvSpPr>
        <p:spPr>
          <a:xfrm>
            <a:off x="6867542" y="3943369"/>
            <a:ext cx="4385345" cy="1193487"/>
          </a:xfrm>
        </p:spPr>
        <p:txBody>
          <a:bodyPr/>
          <a:lstStyle>
            <a:lvl1pPr>
              <a:defRPr sz="1067">
                <a:solidFill>
                  <a:schemeClr val="tx2"/>
                </a:solidFill>
              </a:defRPr>
            </a:lvl1pPr>
            <a:lvl2pPr>
              <a:defRPr sz="1067">
                <a:solidFill>
                  <a:schemeClr val="tx2"/>
                </a:solidFill>
              </a:defRPr>
            </a:lvl2pPr>
            <a:lvl3pPr>
              <a:defRPr sz="1067">
                <a:solidFill>
                  <a:schemeClr val="tx2"/>
                </a:solidFill>
              </a:defRPr>
            </a:lvl3pPr>
            <a:lvl4pPr>
              <a:defRPr sz="933">
                <a:solidFill>
                  <a:schemeClr val="tx2"/>
                </a:solidFill>
              </a:defRPr>
            </a:lvl4pPr>
            <a:lvl5pPr>
              <a:defRPr sz="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04762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3_Title Slide">
    <p:bg>
      <p:bgRef idx="1001">
        <a:schemeClr val="bg1"/>
      </p:bgRef>
    </p:bg>
    <p:spTree>
      <p:nvGrpSpPr>
        <p:cNvPr id="1" name=""/>
        <p:cNvGrpSpPr/>
        <p:nvPr/>
      </p:nvGrpSpPr>
      <p:grpSpPr>
        <a:xfrm>
          <a:off x="0" y="0"/>
          <a:ext cx="0" cy="0"/>
          <a:chOff x="0" y="0"/>
          <a:chExt cx="0" cy="0"/>
        </a:xfrm>
      </p:grpSpPr>
      <p:sp>
        <p:nvSpPr>
          <p:cNvPr id="40" name="TextBox 39"/>
          <p:cNvSpPr txBox="1"/>
          <p:nvPr userDrawn="1"/>
        </p:nvSpPr>
        <p:spPr>
          <a:xfrm>
            <a:off x="812800" y="3618371"/>
            <a:ext cx="10769600" cy="1918346"/>
          </a:xfrm>
          <a:prstGeom prst="rect">
            <a:avLst/>
          </a:prstGeom>
          <a:noFill/>
        </p:spPr>
        <p:txBody>
          <a:bodyPr wrap="square" rtlCol="0">
            <a:spAutoFit/>
          </a:bodyPr>
          <a:lstStyle/>
          <a:p>
            <a:pPr defTabSz="1625114"/>
            <a:r>
              <a:rPr lang="en-US" sz="3067" b="1" dirty="0">
                <a:solidFill>
                  <a:srgbClr val="FF8F27"/>
                </a:solidFill>
              </a:rPr>
              <a:t>     </a:t>
            </a:r>
            <a:r>
              <a:rPr lang="en-US" sz="2933" b="1" dirty="0">
                <a:solidFill>
                  <a:srgbClr val="FF8F27"/>
                </a:solidFill>
                <a:effectLst>
                  <a:outerShdw blurRad="38100" dist="38100" dir="2700000" algn="tl">
                    <a:srgbClr val="000000">
                      <a:alpha val="43137"/>
                    </a:srgbClr>
                  </a:outerShdw>
                </a:effectLst>
              </a:rPr>
              <a:t>Provide</a:t>
            </a:r>
            <a:r>
              <a:rPr lang="en-US" sz="2933" dirty="0">
                <a:solidFill>
                  <a:srgbClr val="FF8F27"/>
                </a:solidFill>
              </a:rPr>
              <a:t> </a:t>
            </a:r>
            <a:r>
              <a:rPr lang="en-US" sz="2933" dirty="0">
                <a:solidFill>
                  <a:srgbClr val="000000"/>
                </a:solidFill>
              </a:rPr>
              <a:t>a safe and reliable toll road system      </a:t>
            </a:r>
            <a:r>
              <a:rPr lang="en-US" sz="2933" b="1" dirty="0">
                <a:solidFill>
                  <a:srgbClr val="FF8F27"/>
                </a:solidFill>
                <a:effectLst>
                  <a:outerShdw blurRad="38100" dist="38100" dir="2700000" algn="tl">
                    <a:srgbClr val="000000">
                      <a:alpha val="43137"/>
                    </a:srgbClr>
                  </a:outerShdw>
                </a:effectLst>
              </a:rPr>
              <a:t>Increase</a:t>
            </a:r>
            <a:r>
              <a:rPr lang="en-US" sz="2933" b="1" dirty="0">
                <a:solidFill>
                  <a:srgbClr val="FF8F27"/>
                </a:solidFill>
              </a:rPr>
              <a:t> </a:t>
            </a:r>
            <a:r>
              <a:rPr lang="en-US" sz="2933" dirty="0">
                <a:solidFill>
                  <a:srgbClr val="000000"/>
                </a:solidFill>
              </a:rPr>
              <a:t>value and mobility options for customers     </a:t>
            </a:r>
            <a:r>
              <a:rPr lang="en-US" sz="2933" b="1" dirty="0">
                <a:solidFill>
                  <a:srgbClr val="FF8F27"/>
                </a:solidFill>
                <a:effectLst>
                  <a:outerShdw blurRad="38100" dist="38100" dir="2700000" algn="tl">
                    <a:srgbClr val="000000">
                      <a:alpha val="43137"/>
                    </a:srgbClr>
                  </a:outerShdw>
                </a:effectLst>
              </a:rPr>
              <a:t>Operate</a:t>
            </a:r>
            <a:r>
              <a:rPr lang="en-US" sz="2933" dirty="0">
                <a:solidFill>
                  <a:srgbClr val="000000"/>
                </a:solidFill>
              </a:rPr>
              <a:t> the Authority in a businesslike manner     </a:t>
            </a:r>
            <a:r>
              <a:rPr lang="en-US" sz="2933" b="1" dirty="0">
                <a:solidFill>
                  <a:srgbClr val="FF8F27"/>
                </a:solidFill>
                <a:effectLst>
                  <a:outerShdw blurRad="38100" dist="38100" dir="2700000" algn="tl">
                    <a:srgbClr val="000000">
                      <a:alpha val="43137"/>
                    </a:srgbClr>
                  </a:outerShdw>
                </a:effectLst>
              </a:rPr>
              <a:t>Protect</a:t>
            </a:r>
            <a:r>
              <a:rPr lang="en-US" sz="2933" dirty="0">
                <a:solidFill>
                  <a:srgbClr val="000000"/>
                </a:solidFill>
              </a:rPr>
              <a:t> our bondholders     </a:t>
            </a:r>
            <a:r>
              <a:rPr lang="en-US" sz="2933" b="1" dirty="0">
                <a:solidFill>
                  <a:srgbClr val="FF8F27"/>
                </a:solidFill>
                <a:effectLst>
                  <a:outerShdw blurRad="38100" dist="38100" dir="2700000" algn="tl">
                    <a:srgbClr val="000000">
                      <a:alpha val="43137"/>
                    </a:srgbClr>
                  </a:outerShdw>
                </a:effectLst>
              </a:rPr>
              <a:t>Partner</a:t>
            </a:r>
            <a:r>
              <a:rPr lang="en-US" sz="2933" b="1" dirty="0">
                <a:solidFill>
                  <a:srgbClr val="FF8F27"/>
                </a:solidFill>
              </a:rPr>
              <a:t> </a:t>
            </a:r>
            <a:r>
              <a:rPr lang="en-US" sz="2933" dirty="0">
                <a:solidFill>
                  <a:srgbClr val="000000"/>
                </a:solidFill>
              </a:rPr>
              <a:t>to meet our region’s growing need for transportation infrastructure </a:t>
            </a:r>
            <a:endParaRPr lang="en-US" sz="2933" dirty="0">
              <a:solidFill>
                <a:srgbClr val="FF8F27"/>
              </a:solidFill>
            </a:endParaRPr>
          </a:p>
        </p:txBody>
      </p:sp>
      <p:sp>
        <p:nvSpPr>
          <p:cNvPr id="16" name="Rectangle 15"/>
          <p:cNvSpPr>
            <a:spLocks noChangeArrowheads="1"/>
          </p:cNvSpPr>
          <p:nvPr userDrawn="1"/>
        </p:nvSpPr>
        <p:spPr bwMode="white">
          <a:xfrm>
            <a:off x="18" y="0"/>
            <a:ext cx="12191999" cy="2590800"/>
          </a:xfrm>
          <a:prstGeom prst="rect">
            <a:avLst/>
          </a:prstGeom>
          <a:solidFill>
            <a:schemeClr val="bg2"/>
          </a:solidFill>
          <a:ln w="9525" cap="flat" cmpd="sng" algn="ctr">
            <a:noFill/>
            <a:prstDash val="solid"/>
            <a:miter lim="800000"/>
            <a:headEnd type="none" w="med" len="med"/>
            <a:tailEnd type="none" w="med" len="med"/>
          </a:ln>
          <a:effectLst/>
        </p:spPr>
        <p:txBody>
          <a:bodyPr vert="horz" wrap="none" lIns="121920" tIns="60960" rIns="121920" bIns="60960" anchor="ctr" compatLnSpc="1"/>
          <a:lstStyle/>
          <a:p>
            <a:pPr defTabSz="1625114"/>
            <a:endParaRPr lang="en-US" sz="3200" dirty="0">
              <a:solidFill>
                <a:srgbClr val="000000"/>
              </a:solidFill>
            </a:endParaRPr>
          </a:p>
        </p:txBody>
      </p:sp>
      <p:sp>
        <p:nvSpPr>
          <p:cNvPr id="7" name="Straight Connector 6"/>
          <p:cNvSpPr>
            <a:spLocks noChangeShapeType="1"/>
          </p:cNvSpPr>
          <p:nvPr userDrawn="1"/>
        </p:nvSpPr>
        <p:spPr bwMode="auto">
          <a:xfrm>
            <a:off x="0" y="2590800"/>
            <a:ext cx="1219200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21920" tIns="60960" rIns="121920" bIns="60960" anchor="ctr" compatLnSpc="1"/>
          <a:lstStyle/>
          <a:p>
            <a:pPr defTabSz="1625114"/>
            <a:endParaRPr lang="en-US" sz="3200" dirty="0">
              <a:solidFill>
                <a:srgbClr val="000000"/>
              </a:solidFill>
            </a:endParaRPr>
          </a:p>
        </p:txBody>
      </p:sp>
      <p:sp>
        <p:nvSpPr>
          <p:cNvPr id="39" name="TextBox 38"/>
          <p:cNvSpPr txBox="1"/>
          <p:nvPr userDrawn="1"/>
        </p:nvSpPr>
        <p:spPr>
          <a:xfrm>
            <a:off x="823897" y="3674251"/>
            <a:ext cx="539692" cy="584775"/>
          </a:xfrm>
          <a:prstGeom prst="rect">
            <a:avLst/>
          </a:prstGeom>
          <a:noFill/>
        </p:spPr>
        <p:txBody>
          <a:bodyPr wrap="square" rtlCol="0">
            <a:spAutoFit/>
          </a:bodyPr>
          <a:lstStyle/>
          <a:p>
            <a:pPr marL="380990" indent="-380990" defTabSz="1625114">
              <a:buSzPct val="150000"/>
              <a:buFont typeface="Wingdings" panose="05000000000000000000" pitchFamily="2" charset="2"/>
              <a:buChar char="v"/>
            </a:pPr>
            <a:r>
              <a:rPr lang="en-US" sz="3200" dirty="0">
                <a:solidFill>
                  <a:srgbClr val="000000"/>
                </a:solidFill>
              </a:rPr>
              <a:t> </a:t>
            </a:r>
          </a:p>
        </p:txBody>
      </p:sp>
      <p:sp>
        <p:nvSpPr>
          <p:cNvPr id="41" name="TextBox 40"/>
          <p:cNvSpPr txBox="1"/>
          <p:nvPr userDrawn="1"/>
        </p:nvSpPr>
        <p:spPr>
          <a:xfrm>
            <a:off x="4005113" y="4612858"/>
            <a:ext cx="539692" cy="584775"/>
          </a:xfrm>
          <a:prstGeom prst="rect">
            <a:avLst/>
          </a:prstGeom>
          <a:noFill/>
        </p:spPr>
        <p:txBody>
          <a:bodyPr wrap="square" rtlCol="0">
            <a:spAutoFit/>
          </a:bodyPr>
          <a:lstStyle/>
          <a:p>
            <a:pPr marL="380990" indent="-380990" defTabSz="1625114">
              <a:buSzPct val="150000"/>
              <a:buFont typeface="Wingdings" panose="05000000000000000000" pitchFamily="2" charset="2"/>
              <a:buChar char="v"/>
            </a:pPr>
            <a:r>
              <a:rPr lang="en-US" sz="3200" dirty="0">
                <a:solidFill>
                  <a:srgbClr val="000000"/>
                </a:solidFill>
              </a:rPr>
              <a:t> </a:t>
            </a:r>
          </a:p>
        </p:txBody>
      </p:sp>
      <p:sp>
        <p:nvSpPr>
          <p:cNvPr id="42" name="TextBox 41"/>
          <p:cNvSpPr txBox="1"/>
          <p:nvPr userDrawn="1"/>
        </p:nvSpPr>
        <p:spPr>
          <a:xfrm>
            <a:off x="6380457" y="4173862"/>
            <a:ext cx="539692" cy="584775"/>
          </a:xfrm>
          <a:prstGeom prst="rect">
            <a:avLst/>
          </a:prstGeom>
          <a:noFill/>
        </p:spPr>
        <p:txBody>
          <a:bodyPr wrap="square" rtlCol="0">
            <a:spAutoFit/>
          </a:bodyPr>
          <a:lstStyle/>
          <a:p>
            <a:pPr marL="380990" indent="-380990" defTabSz="1625114">
              <a:buSzPct val="150000"/>
              <a:buFont typeface="Wingdings" panose="05000000000000000000" pitchFamily="2" charset="2"/>
              <a:buChar char="v"/>
            </a:pPr>
            <a:r>
              <a:rPr lang="en-US" sz="3200" dirty="0">
                <a:solidFill>
                  <a:srgbClr val="000000"/>
                </a:solidFill>
              </a:rPr>
              <a:t> </a:t>
            </a:r>
          </a:p>
        </p:txBody>
      </p:sp>
      <p:sp>
        <p:nvSpPr>
          <p:cNvPr id="43" name="TextBox 42"/>
          <p:cNvSpPr txBox="1"/>
          <p:nvPr userDrawn="1"/>
        </p:nvSpPr>
        <p:spPr>
          <a:xfrm>
            <a:off x="8234750" y="3696423"/>
            <a:ext cx="539692" cy="584775"/>
          </a:xfrm>
          <a:prstGeom prst="rect">
            <a:avLst/>
          </a:prstGeom>
          <a:noFill/>
        </p:spPr>
        <p:txBody>
          <a:bodyPr wrap="square" rtlCol="0">
            <a:spAutoFit/>
          </a:bodyPr>
          <a:lstStyle/>
          <a:p>
            <a:pPr marL="380990" indent="-380990" defTabSz="1625114">
              <a:buSzPct val="150000"/>
              <a:buFont typeface="Wingdings" panose="05000000000000000000" pitchFamily="2" charset="2"/>
              <a:buChar char="v"/>
            </a:pPr>
            <a:r>
              <a:rPr lang="en-US" sz="3200" dirty="0">
                <a:solidFill>
                  <a:srgbClr val="000000"/>
                </a:solidFill>
              </a:rPr>
              <a:t> </a:t>
            </a:r>
          </a:p>
        </p:txBody>
      </p:sp>
      <p:sp>
        <p:nvSpPr>
          <p:cNvPr id="44" name="TextBox 43"/>
          <p:cNvSpPr txBox="1"/>
          <p:nvPr userDrawn="1"/>
        </p:nvSpPr>
        <p:spPr>
          <a:xfrm>
            <a:off x="8441737" y="4602877"/>
            <a:ext cx="539692" cy="584775"/>
          </a:xfrm>
          <a:prstGeom prst="rect">
            <a:avLst/>
          </a:prstGeom>
          <a:noFill/>
        </p:spPr>
        <p:txBody>
          <a:bodyPr wrap="square" rtlCol="0">
            <a:spAutoFit/>
          </a:bodyPr>
          <a:lstStyle/>
          <a:p>
            <a:pPr marL="380990" indent="-380990" defTabSz="1625114">
              <a:buSzPct val="150000"/>
              <a:buFont typeface="Wingdings" panose="05000000000000000000" pitchFamily="2" charset="2"/>
              <a:buChar char="v"/>
            </a:pPr>
            <a:r>
              <a:rPr lang="en-US" sz="3200" dirty="0">
                <a:solidFill>
                  <a:srgbClr val="000000"/>
                </a:solidFill>
              </a:rPr>
              <a:t>      </a:t>
            </a:r>
          </a:p>
        </p:txBody>
      </p:sp>
      <p:sp>
        <p:nvSpPr>
          <p:cNvPr id="2" name="TextBox 1"/>
          <p:cNvSpPr txBox="1"/>
          <p:nvPr userDrawn="1"/>
        </p:nvSpPr>
        <p:spPr>
          <a:xfrm>
            <a:off x="1016000" y="2751773"/>
            <a:ext cx="10160000" cy="748988"/>
          </a:xfrm>
          <a:prstGeom prst="rect">
            <a:avLst/>
          </a:prstGeom>
          <a:noFill/>
        </p:spPr>
        <p:txBody>
          <a:bodyPr wrap="square" rtlCol="0">
            <a:spAutoFit/>
          </a:bodyPr>
          <a:lstStyle/>
          <a:p>
            <a:pPr algn="ctr">
              <a:defRPr/>
            </a:pPr>
            <a:r>
              <a:rPr lang="en-US" sz="4267" dirty="0">
                <a:solidFill>
                  <a:srgbClr val="000000"/>
                </a:solidFill>
              </a:rPr>
              <a:t>Our Mission </a:t>
            </a:r>
          </a:p>
        </p:txBody>
      </p:sp>
      <p:sp>
        <p:nvSpPr>
          <p:cNvPr id="3" name="Rectangle 2"/>
          <p:cNvSpPr/>
          <p:nvPr userDrawn="1"/>
        </p:nvSpPr>
        <p:spPr>
          <a:xfrm>
            <a:off x="1503981" y="1447801"/>
            <a:ext cx="9329157" cy="954107"/>
          </a:xfrm>
          <a:prstGeom prst="rect">
            <a:avLst/>
          </a:prstGeom>
        </p:spPr>
        <p:txBody>
          <a:bodyPr wrap="none">
            <a:spAutoFit/>
          </a:bodyPr>
          <a:lstStyle/>
          <a:p>
            <a:pPr defTabSz="1625114"/>
            <a:r>
              <a:rPr lang="en-US" sz="5600" b="1" dirty="0">
                <a:solidFill>
                  <a:srgbClr val="FF8F27"/>
                </a:solidFill>
              </a:rPr>
              <a:t>North Texas Tollway Authority</a:t>
            </a:r>
            <a:endParaRPr lang="en-US" sz="5600" dirty="0">
              <a:solidFill>
                <a:srgbClr val="FF8F27"/>
              </a:solidFill>
            </a:endParaRPr>
          </a:p>
        </p:txBody>
      </p:sp>
    </p:spTree>
    <p:extLst>
      <p:ext uri="{BB962C8B-B14F-4D97-AF65-F5344CB8AC3E}">
        <p14:creationId xmlns:p14="http://schemas.microsoft.com/office/powerpoint/2010/main" val="255299047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lvl1pPr>
              <a:defRPr/>
            </a:lvl1pPr>
          </a:lstStyle>
          <a:p>
            <a:pPr>
              <a:buClr>
                <a:srgbClr val="000000"/>
              </a:buClr>
            </a:pPr>
            <a:fld id="{F8480F06-4623-41B7-AED8-91A86F546A2E}" type="slidenum">
              <a:rPr lang="en-US">
                <a:solidFill>
                  <a:srgbClr val="FFFFFF"/>
                </a:solidFill>
              </a:rPr>
              <a:pPr>
                <a:buClr>
                  <a:srgbClr val="000000"/>
                </a:buClr>
              </a:pPr>
              <a:t>‹#›</a:t>
            </a:fld>
            <a:endParaRPr lang="en-US" dirty="0">
              <a:solidFill>
                <a:srgbClr val="FFFFFF"/>
              </a:solidFill>
            </a:endParaRPr>
          </a:p>
        </p:txBody>
      </p:sp>
      <p:sp>
        <p:nvSpPr>
          <p:cNvPr id="4" name="Text Placeholder 3"/>
          <p:cNvSpPr>
            <a:spLocks noGrp="1"/>
          </p:cNvSpPr>
          <p:nvPr>
            <p:ph type="body" sz="quarter" idx="11"/>
          </p:nvPr>
        </p:nvSpPr>
        <p:spPr>
          <a:xfrm>
            <a:off x="303940" y="975311"/>
            <a:ext cx="5608320" cy="165961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3"/>
          <p:cNvSpPr>
            <a:spLocks noGrp="1"/>
          </p:cNvSpPr>
          <p:nvPr>
            <p:ph type="body" sz="quarter" idx="12"/>
          </p:nvPr>
        </p:nvSpPr>
        <p:spPr>
          <a:xfrm>
            <a:off x="6131768" y="985642"/>
            <a:ext cx="5608320" cy="165961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a:xfrm>
            <a:off x="286600" y="1"/>
            <a:ext cx="10154605" cy="831851"/>
          </a:xfrm>
        </p:spPr>
        <p:txBody>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105628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bg>
      <p:bgPr>
        <a:solidFill>
          <a:srgbClr val="FFFFFF"/>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9C87F15E-2A6C-4686-9A7F-9B81C9148D0D}" type="slidenum">
              <a:rPr lang="en-US"/>
              <a:pPr/>
              <a:t>‹#›</a:t>
            </a:fld>
            <a:endParaRPr lang="en-US" dirty="0"/>
          </a:p>
        </p:txBody>
      </p:sp>
    </p:spTree>
    <p:extLst>
      <p:ext uri="{BB962C8B-B14F-4D97-AF65-F5344CB8AC3E}">
        <p14:creationId xmlns:p14="http://schemas.microsoft.com/office/powerpoint/2010/main" val="92232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Rectangle 1"/>
          <p:cNvSpPr/>
          <p:nvPr userDrawn="1"/>
        </p:nvSpPr>
        <p:spPr bwMode="auto">
          <a:xfrm>
            <a:off x="0" y="0"/>
            <a:ext cx="12192000" cy="6858000"/>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a:solidFill>
                <a:srgbClr val="000000"/>
              </a:solidFill>
              <a:latin typeface="Times New Roman" pitchFamily="18" charset="0"/>
            </a:endParaRPr>
          </a:p>
        </p:txBody>
      </p:sp>
      <p:sp>
        <p:nvSpPr>
          <p:cNvPr id="3" name="Slide Number Placeholder 2"/>
          <p:cNvSpPr>
            <a:spLocks noGrp="1"/>
          </p:cNvSpPr>
          <p:nvPr>
            <p:ph type="sldNum" sz="quarter" idx="10"/>
          </p:nvPr>
        </p:nvSpPr>
        <p:spPr/>
        <p:txBody>
          <a:bodyPr/>
          <a:lstStyle>
            <a:lvl1pPr>
              <a:defRPr/>
            </a:lvl1pPr>
          </a:lstStyle>
          <a:p>
            <a:pPr>
              <a:buClr>
                <a:srgbClr val="000000"/>
              </a:buClr>
            </a:pPr>
            <a:fld id="{E4F94C26-2A70-4961-AAB1-3557AEA8AC57}" type="slidenum">
              <a:rPr lang="en-US">
                <a:solidFill>
                  <a:srgbClr val="FFFFFF"/>
                </a:solidFill>
              </a:rPr>
              <a:pPr>
                <a:buClr>
                  <a:srgbClr val="000000"/>
                </a:buClr>
              </a:pPr>
              <a:t>‹#›</a:t>
            </a:fld>
            <a:endParaRPr lang="en-US" dirty="0">
              <a:solidFill>
                <a:srgbClr val="FFFFFF"/>
              </a:solidFill>
            </a:endParaRPr>
          </a:p>
        </p:txBody>
      </p:sp>
      <p:sp>
        <p:nvSpPr>
          <p:cNvPr id="4" name="Title 3"/>
          <p:cNvSpPr>
            <a:spLocks noGrp="1"/>
          </p:cNvSpPr>
          <p:nvPr>
            <p:ph type="title"/>
          </p:nvPr>
        </p:nvSpPr>
        <p:spPr>
          <a:xfrm>
            <a:off x="265935" y="-92990"/>
            <a:ext cx="10154605" cy="831851"/>
          </a:xfrm>
        </p:spPr>
        <p:txBody>
          <a:bodyPr/>
          <a:lstStyle>
            <a:lvl1pPr>
              <a:defRPr sz="4000">
                <a:solidFill>
                  <a:schemeClr val="bg1"/>
                </a:solidFill>
                <a:latin typeface="+mj-lt"/>
              </a:defRPr>
            </a:lvl1pPr>
          </a:lstStyle>
          <a:p>
            <a:r>
              <a:rPr lang="en-US" dirty="0"/>
              <a:t>Click to edit Master title style</a:t>
            </a:r>
          </a:p>
        </p:txBody>
      </p:sp>
    </p:spTree>
    <p:extLst>
      <p:ext uri="{BB962C8B-B14F-4D97-AF65-F5344CB8AC3E}">
        <p14:creationId xmlns:p14="http://schemas.microsoft.com/office/powerpoint/2010/main" val="40855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vl1pPr>
          </a:lstStyle>
          <a:p>
            <a:pPr>
              <a:buClr>
                <a:srgbClr val="000000"/>
              </a:buClr>
            </a:pPr>
            <a:fld id="{E4F94C26-2A70-4961-AAB1-3557AEA8AC57}" type="slidenum">
              <a:rPr lang="en-US">
                <a:solidFill>
                  <a:srgbClr val="FFFFFF"/>
                </a:solidFill>
              </a:rPr>
              <a:pPr>
                <a:buClr>
                  <a:srgbClr val="000000"/>
                </a:buClr>
              </a:pPr>
              <a:t>‹#›</a:t>
            </a:fld>
            <a:endParaRPr lang="en-US" dirty="0">
              <a:solidFill>
                <a:srgbClr val="FFFFFF"/>
              </a:solidFill>
            </a:endParaRPr>
          </a:p>
        </p:txBody>
      </p:sp>
      <p:sp>
        <p:nvSpPr>
          <p:cNvPr id="4" name="Title 3"/>
          <p:cNvSpPr>
            <a:spLocks noGrp="1"/>
          </p:cNvSpPr>
          <p:nvPr>
            <p:ph type="title"/>
          </p:nvPr>
        </p:nvSpPr>
        <p:spPr>
          <a:xfrm>
            <a:off x="286600" y="-72124"/>
            <a:ext cx="10154605" cy="831851"/>
          </a:xfrm>
        </p:spPr>
        <p:txBody>
          <a:bodyPr/>
          <a:lstStyle>
            <a:lvl1pPr>
              <a:defRPr>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48677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a:xfrm>
            <a:off x="11717687" y="6535934"/>
            <a:ext cx="479260" cy="191912"/>
          </a:xfrm>
        </p:spPr>
        <p:txBody>
          <a:bodyPr/>
          <a:lstStyle>
            <a:lvl1pPr>
              <a:defRPr/>
            </a:lvl1pPr>
          </a:lstStyle>
          <a:p>
            <a:pPr>
              <a:buClr>
                <a:srgbClr val="000000"/>
              </a:buClr>
            </a:pPr>
            <a:fld id="{F71C7896-8E11-4384-BFC5-C0974CDBC83D}" type="slidenum">
              <a:rPr lang="en-US">
                <a:solidFill>
                  <a:srgbClr val="FFFFFF"/>
                </a:solidFill>
              </a:rPr>
              <a:pPr>
                <a:buClr>
                  <a:srgbClr val="000000"/>
                </a:buClr>
              </a:pPr>
              <a:t>‹#›</a:t>
            </a:fld>
            <a:endParaRPr lang="en-US" dirty="0">
              <a:solidFill>
                <a:srgbClr val="FFFFFF"/>
              </a:solidFill>
            </a:endParaRPr>
          </a:p>
        </p:txBody>
      </p:sp>
      <p:sp>
        <p:nvSpPr>
          <p:cNvPr id="6" name="Text Placeholder 5"/>
          <p:cNvSpPr>
            <a:spLocks noGrp="1"/>
          </p:cNvSpPr>
          <p:nvPr>
            <p:ph type="body" sz="quarter" idx="11"/>
          </p:nvPr>
        </p:nvSpPr>
        <p:spPr>
          <a:xfrm>
            <a:off x="276265" y="988840"/>
            <a:ext cx="11472672" cy="166541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245272" y="1"/>
            <a:ext cx="10154605" cy="831851"/>
          </a:xfrm>
        </p:spPr>
        <p:txBody>
          <a:bodyPr/>
          <a:lstStyle>
            <a:lvl1pPr>
              <a:defRPr>
                <a:latin typeface="+mj-lt"/>
              </a:defRPr>
            </a:lvl1pPr>
          </a:lstStyle>
          <a:p>
            <a:r>
              <a:rPr lang="en-US" dirty="0"/>
              <a:t>Click to edit Master title style</a:t>
            </a:r>
          </a:p>
        </p:txBody>
      </p:sp>
    </p:spTree>
    <p:extLst>
      <p:ext uri="{BB962C8B-B14F-4D97-AF65-F5344CB8AC3E}">
        <p14:creationId xmlns:p14="http://schemas.microsoft.com/office/powerpoint/2010/main" val="3101752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vl1pPr>
          </a:lstStyle>
          <a:p>
            <a:pPr>
              <a:buClr>
                <a:srgbClr val="000000"/>
              </a:buClr>
            </a:pPr>
            <a:fld id="{E4F94C26-2A70-4961-AAB1-3557AEA8AC57}" type="slidenum">
              <a:rPr lang="en-US">
                <a:solidFill>
                  <a:srgbClr val="FFFFFF"/>
                </a:solidFill>
              </a:rPr>
              <a:pPr>
                <a:buClr>
                  <a:srgbClr val="000000"/>
                </a:buClr>
              </a:pPr>
              <a:t>‹#›</a:t>
            </a:fld>
            <a:endParaRPr lang="en-US" dirty="0">
              <a:solidFill>
                <a:srgbClr val="FFFFFF"/>
              </a:solidFill>
            </a:endParaRPr>
          </a:p>
        </p:txBody>
      </p:sp>
      <p:sp>
        <p:nvSpPr>
          <p:cNvPr id="4" name="Title 3"/>
          <p:cNvSpPr>
            <a:spLocks noGrp="1"/>
          </p:cNvSpPr>
          <p:nvPr>
            <p:ph type="title"/>
          </p:nvPr>
        </p:nvSpPr>
        <p:spPr>
          <a:xfrm>
            <a:off x="286600" y="-72124"/>
            <a:ext cx="10154605" cy="831851"/>
          </a:xfrm>
        </p:spPr>
        <p:txBody>
          <a:bodyPr/>
          <a:lstStyle>
            <a:lvl1pPr>
              <a:defRPr>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405618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1_Blank">
    <p:bg>
      <p:bgPr>
        <a:solidFill>
          <a:schemeClr val="bg1"/>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pPr>
              <a:buClr>
                <a:srgbClr val="000000"/>
              </a:buClr>
            </a:pPr>
            <a:fld id="{9C87F15E-2A6C-4686-9A7F-9B81C9148D0D}" type="slidenum">
              <a:rPr lang="en-US">
                <a:solidFill>
                  <a:srgbClr val="FFFFFF"/>
                </a:solidFill>
              </a:rPr>
              <a:pPr>
                <a:buClr>
                  <a:srgbClr val="000000"/>
                </a:buClr>
              </a:pPr>
              <a:t>‹#›</a:t>
            </a:fld>
            <a:endParaRPr lang="en-US" dirty="0">
              <a:solidFill>
                <a:srgbClr val="FFFFFF"/>
              </a:solidFill>
            </a:endParaRPr>
          </a:p>
        </p:txBody>
      </p:sp>
    </p:spTree>
    <p:extLst>
      <p:ext uri="{BB962C8B-B14F-4D97-AF65-F5344CB8AC3E}">
        <p14:creationId xmlns:p14="http://schemas.microsoft.com/office/powerpoint/2010/main" val="42220926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a:xfrm>
            <a:off x="11717687" y="6535934"/>
            <a:ext cx="479260" cy="191912"/>
          </a:xfrm>
        </p:spPr>
        <p:txBody>
          <a:bodyPr/>
          <a:lstStyle>
            <a:lvl1pPr>
              <a:defRPr/>
            </a:lvl1pPr>
          </a:lstStyle>
          <a:p>
            <a:pPr>
              <a:buClr>
                <a:srgbClr val="000000"/>
              </a:buClr>
            </a:pPr>
            <a:fld id="{F71C7896-8E11-4384-BFC5-C0974CDBC83D}" type="slidenum">
              <a:rPr lang="en-US">
                <a:solidFill>
                  <a:srgbClr val="FFFFFF"/>
                </a:solidFill>
              </a:rPr>
              <a:pPr>
                <a:buClr>
                  <a:srgbClr val="000000"/>
                </a:buClr>
              </a:pPr>
              <a:t>‹#›</a:t>
            </a:fld>
            <a:endParaRPr lang="en-US" dirty="0">
              <a:solidFill>
                <a:srgbClr val="FFFFFF"/>
              </a:solidFill>
            </a:endParaRPr>
          </a:p>
        </p:txBody>
      </p:sp>
      <p:sp>
        <p:nvSpPr>
          <p:cNvPr id="6" name="Text Placeholder 5"/>
          <p:cNvSpPr>
            <a:spLocks noGrp="1"/>
          </p:cNvSpPr>
          <p:nvPr>
            <p:ph type="body" sz="quarter" idx="11"/>
          </p:nvPr>
        </p:nvSpPr>
        <p:spPr>
          <a:xfrm>
            <a:off x="276265" y="988840"/>
            <a:ext cx="11472672" cy="166541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245272" y="1"/>
            <a:ext cx="10154605" cy="831851"/>
          </a:xfrm>
        </p:spPr>
        <p:txBody>
          <a:bodyPr/>
          <a:lstStyle>
            <a:lvl1pPr>
              <a:defRPr>
                <a:latin typeface="+mj-lt"/>
              </a:defRPr>
            </a:lvl1pPr>
          </a:lstStyle>
          <a:p>
            <a:r>
              <a:rPr lang="en-US" dirty="0"/>
              <a:t>Click to edit Master title style</a:t>
            </a:r>
          </a:p>
        </p:txBody>
      </p:sp>
    </p:spTree>
    <p:extLst>
      <p:ext uri="{BB962C8B-B14F-4D97-AF65-F5344CB8AC3E}">
        <p14:creationId xmlns:p14="http://schemas.microsoft.com/office/powerpoint/2010/main" val="186485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pic>
        <p:nvPicPr>
          <p:cNvPr id="58" name="Picture 57" descr="Binder4 1.pdf"/>
          <p:cNvPicPr>
            <a:picLocks noChangeAspect="1"/>
          </p:cNvPicPr>
          <p:nvPr userDrawn="1"/>
        </p:nvPicPr>
        <p:blipFill rotWithShape="1">
          <a:blip r:embed="rId2" cstate="print">
            <a:extLst>
              <a:ext uri="{28A0092B-C50C-407E-A947-70E740481C1C}">
                <a14:useLocalDpi xmlns:a14="http://schemas.microsoft.com/office/drawing/2010/main" val="0"/>
              </a:ext>
            </a:extLst>
          </a:blip>
          <a:srcRect r="45938"/>
          <a:stretch/>
        </p:blipFill>
        <p:spPr>
          <a:xfrm>
            <a:off x="37" y="0"/>
            <a:ext cx="6591300" cy="6858000"/>
          </a:xfrm>
          <a:prstGeom prst="rect">
            <a:avLst/>
          </a:prstGeom>
        </p:spPr>
      </p:pic>
      <p:sp>
        <p:nvSpPr>
          <p:cNvPr id="8" name="Rectangle 7"/>
          <p:cNvSpPr/>
          <p:nvPr userDrawn="1"/>
        </p:nvSpPr>
        <p:spPr bwMode="auto">
          <a:xfrm>
            <a:off x="6073031" y="0"/>
            <a:ext cx="6119004" cy="6858000"/>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sp>
        <p:nvSpPr>
          <p:cNvPr id="59" name="Rectangle 58"/>
          <p:cNvSpPr/>
          <p:nvPr userDrawn="1"/>
        </p:nvSpPr>
        <p:spPr bwMode="auto">
          <a:xfrm>
            <a:off x="6734175" y="2143155"/>
            <a:ext cx="76200" cy="2266951"/>
          </a:xfrm>
          <a:prstGeom prst="rect">
            <a:avLst/>
          </a:prstGeom>
          <a:solidFill>
            <a:srgbClr val="F9B10B"/>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sp>
        <p:nvSpPr>
          <p:cNvPr id="200745" name="Rectangle 200744"/>
          <p:cNvSpPr/>
          <p:nvPr userDrawn="1"/>
        </p:nvSpPr>
        <p:spPr bwMode="auto">
          <a:xfrm>
            <a:off x="0" y="6799656"/>
            <a:ext cx="12192000" cy="211493"/>
          </a:xfrm>
          <a:prstGeom prst="rect">
            <a:avLst/>
          </a:prstGeom>
          <a:solidFill>
            <a:srgbClr val="C2C2C2"/>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sp>
        <p:nvSpPr>
          <p:cNvPr id="200706" name="Rectangle 2"/>
          <p:cNvSpPr>
            <a:spLocks noGrp="1" noChangeArrowheads="1"/>
          </p:cNvSpPr>
          <p:nvPr>
            <p:ph type="subTitle" idx="1"/>
          </p:nvPr>
        </p:nvSpPr>
        <p:spPr>
          <a:xfrm>
            <a:off x="6860279" y="3576439"/>
            <a:ext cx="4392608" cy="219290"/>
          </a:xfrm>
          <a:prstGeom prst="rect">
            <a:avLst/>
          </a:prstGeom>
        </p:spPr>
        <p:txBody>
          <a:bodyPr lIns="68579" tIns="0" rIns="68579" bIns="34289"/>
          <a:lstStyle>
            <a:lvl1pPr algn="l">
              <a:tabLst>
                <a:tab pos="1025474" algn="l"/>
              </a:tabLst>
              <a:defRPr sz="1200" b="0" i="0">
                <a:solidFill>
                  <a:schemeClr val="bg1"/>
                </a:solidFill>
                <a:latin typeface="+mn-lt"/>
                <a:cs typeface="Arial" pitchFamily="34" charset="0"/>
              </a:defRPr>
            </a:lvl1pPr>
          </a:lstStyle>
          <a:p>
            <a:r>
              <a:rPr lang="en-US" dirty="0"/>
              <a:t>Click to edit Master subtitle style</a:t>
            </a:r>
          </a:p>
        </p:txBody>
      </p:sp>
      <p:sp>
        <p:nvSpPr>
          <p:cNvPr id="2" name="Title 1"/>
          <p:cNvSpPr>
            <a:spLocks noGrp="1"/>
          </p:cNvSpPr>
          <p:nvPr>
            <p:ph type="title"/>
          </p:nvPr>
        </p:nvSpPr>
        <p:spPr>
          <a:xfrm>
            <a:off x="6860287" y="2166174"/>
            <a:ext cx="4392600" cy="1167607"/>
          </a:xfrm>
        </p:spPr>
        <p:txBody>
          <a:bodyPr/>
          <a:lstStyle>
            <a:lvl1pPr algn="l">
              <a:defRPr sz="3200">
                <a:solidFill>
                  <a:schemeClr val="bg1"/>
                </a:solidFill>
                <a:latin typeface="+mj-lt"/>
              </a:defRPr>
            </a:lvl1pPr>
          </a:lstStyle>
          <a:p>
            <a:r>
              <a:rPr lang="en-US" dirty="0"/>
              <a:t>Click to edit Master title style</a:t>
            </a:r>
          </a:p>
        </p:txBody>
      </p:sp>
      <p:sp>
        <p:nvSpPr>
          <p:cNvPr id="6" name="Text Placeholder 5"/>
          <p:cNvSpPr>
            <a:spLocks noGrp="1"/>
          </p:cNvSpPr>
          <p:nvPr>
            <p:ph type="body" sz="quarter" idx="10"/>
          </p:nvPr>
        </p:nvSpPr>
        <p:spPr>
          <a:xfrm>
            <a:off x="6867542" y="3943369"/>
            <a:ext cx="4385345" cy="1193487"/>
          </a:xfrm>
        </p:spPr>
        <p:txBody>
          <a:bodyPr/>
          <a:lstStyle>
            <a:lvl1pPr>
              <a:defRPr sz="1067">
                <a:solidFill>
                  <a:schemeClr val="tx2"/>
                </a:solidFill>
              </a:defRPr>
            </a:lvl1pPr>
            <a:lvl2pPr>
              <a:defRPr sz="1067">
                <a:solidFill>
                  <a:schemeClr val="tx2"/>
                </a:solidFill>
              </a:defRPr>
            </a:lvl2pPr>
            <a:lvl3pPr>
              <a:defRPr sz="1067">
                <a:solidFill>
                  <a:schemeClr val="tx2"/>
                </a:solidFill>
              </a:defRPr>
            </a:lvl3pPr>
            <a:lvl4pPr>
              <a:defRPr sz="933">
                <a:solidFill>
                  <a:schemeClr val="tx2"/>
                </a:solidFill>
              </a:defRPr>
            </a:lvl4pPr>
            <a:lvl5pPr>
              <a:defRPr sz="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5922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lvl1pPr>
              <a:defRPr/>
            </a:lvl1pPr>
          </a:lstStyle>
          <a:p>
            <a:pPr>
              <a:buClr>
                <a:srgbClr val="000000"/>
              </a:buClr>
            </a:pPr>
            <a:fld id="{F8480F06-4623-41B7-AED8-91A86F546A2E}" type="slidenum">
              <a:rPr lang="en-US">
                <a:solidFill>
                  <a:srgbClr val="FFFFFF"/>
                </a:solidFill>
              </a:rPr>
              <a:pPr>
                <a:buClr>
                  <a:srgbClr val="000000"/>
                </a:buClr>
              </a:pPr>
              <a:t>‹#›</a:t>
            </a:fld>
            <a:endParaRPr lang="en-US" dirty="0">
              <a:solidFill>
                <a:srgbClr val="FFFFFF"/>
              </a:solidFill>
            </a:endParaRPr>
          </a:p>
        </p:txBody>
      </p:sp>
      <p:sp>
        <p:nvSpPr>
          <p:cNvPr id="4" name="Text Placeholder 3"/>
          <p:cNvSpPr>
            <a:spLocks noGrp="1"/>
          </p:cNvSpPr>
          <p:nvPr>
            <p:ph type="body" sz="quarter" idx="11"/>
          </p:nvPr>
        </p:nvSpPr>
        <p:spPr>
          <a:xfrm>
            <a:off x="303940" y="975311"/>
            <a:ext cx="5608320" cy="165961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3"/>
          <p:cNvSpPr>
            <a:spLocks noGrp="1"/>
          </p:cNvSpPr>
          <p:nvPr>
            <p:ph type="body" sz="quarter" idx="12"/>
          </p:nvPr>
        </p:nvSpPr>
        <p:spPr>
          <a:xfrm>
            <a:off x="6131768" y="985642"/>
            <a:ext cx="5608320" cy="165961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a:xfrm>
            <a:off x="286600" y="1"/>
            <a:ext cx="10154605" cy="831851"/>
          </a:xfrm>
        </p:spPr>
        <p:txBody>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422990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1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image" Target="../media/image1.png"/><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1" y="6528530"/>
            <a:ext cx="11871960" cy="271689"/>
            <a:chOff x="121024" y="4412607"/>
            <a:chExt cx="11423276" cy="321184"/>
          </a:xfrm>
        </p:grpSpPr>
        <p:sp>
          <p:nvSpPr>
            <p:cNvPr id="11" name="Rectangle 5"/>
            <p:cNvSpPr>
              <a:spLocks noChangeArrowheads="1"/>
            </p:cNvSpPr>
            <p:nvPr userDrawn="1"/>
          </p:nvSpPr>
          <p:spPr bwMode="auto">
            <a:xfrm>
              <a:off x="121024" y="4412607"/>
              <a:ext cx="11423276" cy="321184"/>
            </a:xfrm>
            <a:prstGeom prst="rect">
              <a:avLst/>
            </a:prstGeom>
            <a:solidFill>
              <a:srgbClr val="5959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5" name="Freeform 14"/>
            <p:cNvSpPr/>
            <p:nvPr userDrawn="1"/>
          </p:nvSpPr>
          <p:spPr bwMode="auto">
            <a:xfrm>
              <a:off x="121024" y="4566387"/>
              <a:ext cx="11365992" cy="0"/>
            </a:xfrm>
            <a:custGeom>
              <a:avLst/>
              <a:gdLst>
                <a:gd name="connsiteX0" fmla="*/ 11391900 w 11391900"/>
                <a:gd name="connsiteY0" fmla="*/ 0 h 0"/>
                <a:gd name="connsiteX1" fmla="*/ 0 w 11391900"/>
                <a:gd name="connsiteY1" fmla="*/ 0 h 0"/>
              </a:gdLst>
              <a:ahLst/>
              <a:cxnLst>
                <a:cxn ang="0">
                  <a:pos x="connsiteX0" y="connsiteY0"/>
                </a:cxn>
                <a:cxn ang="0">
                  <a:pos x="connsiteX1" y="connsiteY1"/>
                </a:cxn>
              </a:cxnLst>
              <a:rect l="l" t="t" r="r" b="b"/>
              <a:pathLst>
                <a:path w="11391900">
                  <a:moveTo>
                    <a:pt x="11391900" y="0"/>
                  </a:moveTo>
                  <a:lnTo>
                    <a:pt x="0" y="0"/>
                  </a:lnTo>
                </a:path>
              </a:pathLst>
            </a:custGeom>
            <a:noFill/>
            <a:ln w="22225" cap="flat" cmpd="sng" algn="ctr">
              <a:solidFill>
                <a:srgbClr val="987E41"/>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grpSp>
      <p:grpSp>
        <p:nvGrpSpPr>
          <p:cNvPr id="199695" name="Group 199694"/>
          <p:cNvGrpSpPr/>
          <p:nvPr userDrawn="1"/>
        </p:nvGrpSpPr>
        <p:grpSpPr>
          <a:xfrm>
            <a:off x="11769468" y="6453960"/>
            <a:ext cx="376155" cy="376880"/>
            <a:chOff x="7497763" y="3830638"/>
            <a:chExt cx="2471738" cy="2476500"/>
          </a:xfrm>
        </p:grpSpPr>
        <p:sp>
          <p:nvSpPr>
            <p:cNvPr id="199692" name="Oval 41"/>
            <p:cNvSpPr>
              <a:spLocks noChangeArrowheads="1"/>
            </p:cNvSpPr>
            <p:nvPr userDrawn="1"/>
          </p:nvSpPr>
          <p:spPr bwMode="auto">
            <a:xfrm>
              <a:off x="7497763" y="3830638"/>
              <a:ext cx="2471738" cy="24765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99693" name="Freeform 42"/>
            <p:cNvSpPr>
              <a:spLocks/>
            </p:cNvSpPr>
            <p:nvPr userDrawn="1"/>
          </p:nvSpPr>
          <p:spPr bwMode="auto">
            <a:xfrm>
              <a:off x="7678738" y="4011613"/>
              <a:ext cx="2109788" cy="2114550"/>
            </a:xfrm>
            <a:custGeom>
              <a:avLst/>
              <a:gdLst>
                <a:gd name="T0" fmla="*/ 617 w 618"/>
                <a:gd name="T1" fmla="*/ 308 h 617"/>
                <a:gd name="T2" fmla="*/ 310 w 618"/>
                <a:gd name="T3" fmla="*/ 616 h 617"/>
                <a:gd name="T4" fmla="*/ 1 w 618"/>
                <a:gd name="T5" fmla="*/ 309 h 617"/>
                <a:gd name="T6" fmla="*/ 308 w 618"/>
                <a:gd name="T7" fmla="*/ 0 h 617"/>
                <a:gd name="T8" fmla="*/ 617 w 618"/>
                <a:gd name="T9" fmla="*/ 308 h 617"/>
              </a:gdLst>
              <a:ahLst/>
              <a:cxnLst>
                <a:cxn ang="0">
                  <a:pos x="T0" y="T1"/>
                </a:cxn>
                <a:cxn ang="0">
                  <a:pos x="T2" y="T3"/>
                </a:cxn>
                <a:cxn ang="0">
                  <a:pos x="T4" y="T5"/>
                </a:cxn>
                <a:cxn ang="0">
                  <a:pos x="T6" y="T7"/>
                </a:cxn>
                <a:cxn ang="0">
                  <a:pos x="T8" y="T9"/>
                </a:cxn>
              </a:cxnLst>
              <a:rect l="0" t="0" r="r" b="b"/>
              <a:pathLst>
                <a:path w="618" h="617">
                  <a:moveTo>
                    <a:pt x="617" y="308"/>
                  </a:moveTo>
                  <a:cubicBezTo>
                    <a:pt x="618" y="478"/>
                    <a:pt x="480" y="616"/>
                    <a:pt x="310" y="616"/>
                  </a:cubicBezTo>
                  <a:cubicBezTo>
                    <a:pt x="139" y="617"/>
                    <a:pt x="1" y="479"/>
                    <a:pt x="1" y="309"/>
                  </a:cubicBezTo>
                  <a:cubicBezTo>
                    <a:pt x="0" y="139"/>
                    <a:pt x="138" y="0"/>
                    <a:pt x="308" y="0"/>
                  </a:cubicBezTo>
                  <a:cubicBezTo>
                    <a:pt x="479" y="0"/>
                    <a:pt x="617" y="137"/>
                    <a:pt x="617" y="3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grpSp>
      <p:sp>
        <p:nvSpPr>
          <p:cNvPr id="199682" name="Rectangle 2"/>
          <p:cNvSpPr>
            <a:spLocks noGrp="1" noChangeArrowheads="1"/>
          </p:cNvSpPr>
          <p:nvPr userDrawn="1">
            <p:ph type="title"/>
          </p:nvPr>
        </p:nvSpPr>
        <p:spPr bwMode="auto">
          <a:xfrm>
            <a:off x="286600" y="113853"/>
            <a:ext cx="10154605" cy="831851"/>
          </a:xfrm>
          <a:prstGeom prst="rect">
            <a:avLst/>
          </a:prstGeom>
          <a:noFill/>
          <a:ln w="9525">
            <a:noFill/>
            <a:miter lim="800000"/>
            <a:headEnd/>
            <a:tailEnd/>
          </a:ln>
          <a:effectLst/>
        </p:spPr>
        <p:txBody>
          <a:bodyPr vert="horz" wrap="square" lIns="34289" tIns="34289" rIns="34289" bIns="0" numCol="1" anchor="b" anchorCtr="0" compatLnSpc="1">
            <a:prstTxWarp prst="textNoShape">
              <a:avLst/>
            </a:prstTxWarp>
          </a:bodyPr>
          <a:lstStyle/>
          <a:p>
            <a:pPr lvl="0"/>
            <a:r>
              <a:rPr lang="en-US" dirty="0"/>
              <a:t>Click to edit Master title style</a:t>
            </a:r>
          </a:p>
        </p:txBody>
      </p:sp>
      <p:sp>
        <p:nvSpPr>
          <p:cNvPr id="199684" name="Rectangle 4"/>
          <p:cNvSpPr>
            <a:spLocks noGrp="1" noChangeArrowheads="1"/>
          </p:cNvSpPr>
          <p:nvPr userDrawn="1">
            <p:ph type="sldNum" sz="quarter" idx="4"/>
          </p:nvPr>
        </p:nvSpPr>
        <p:spPr bwMode="auto">
          <a:xfrm>
            <a:off x="11717687" y="6546266"/>
            <a:ext cx="479260" cy="191912"/>
          </a:xfrm>
          <a:prstGeom prst="rect">
            <a:avLst/>
          </a:prstGeom>
          <a:noFill/>
          <a:ln w="9525">
            <a:noFill/>
            <a:miter lim="800000"/>
            <a:headEnd/>
            <a:tailEnd/>
          </a:ln>
          <a:effectLst/>
        </p:spPr>
        <p:txBody>
          <a:bodyPr vert="horz" wrap="square" lIns="13716" tIns="13716" rIns="13716" bIns="13716" numCol="1" anchor="t" anchorCtr="0" compatLnSpc="1">
            <a:prstTxWarp prst="textNoShape">
              <a:avLst/>
            </a:prstTxWarp>
            <a:spAutoFit/>
          </a:bodyPr>
          <a:lstStyle>
            <a:lvl1pPr algn="ctr">
              <a:spcBef>
                <a:spcPct val="20000"/>
              </a:spcBef>
              <a:buClr>
                <a:schemeClr val="tx1"/>
              </a:buClr>
              <a:buSzPct val="50000"/>
              <a:buFont typeface="Wingdings" pitchFamily="2" charset="2"/>
              <a:buNone/>
              <a:defRPr sz="1067" b="0">
                <a:solidFill>
                  <a:schemeClr val="bg1"/>
                </a:solidFill>
                <a:effectLst/>
                <a:latin typeface="+mj-lt"/>
              </a:defRPr>
            </a:lvl1pPr>
          </a:lstStyle>
          <a:p>
            <a:pPr fontAlgn="base">
              <a:spcAft>
                <a:spcPct val="0"/>
              </a:spcAft>
              <a:buClr>
                <a:srgbClr val="000000"/>
              </a:buClr>
            </a:pPr>
            <a:fld id="{8022235C-F2BB-49F2-A307-DAF5D2C4A06C}" type="slidenum">
              <a:rPr lang="en-US" smtClean="0">
                <a:solidFill>
                  <a:srgbClr val="FFFFFF"/>
                </a:solidFill>
              </a:rPr>
              <a:pPr fontAlgn="base">
                <a:spcAft>
                  <a:spcPct val="0"/>
                </a:spcAft>
                <a:buClr>
                  <a:srgbClr val="000000"/>
                </a:buClr>
              </a:pPr>
              <a:t>‹#›</a:t>
            </a:fld>
            <a:endParaRPr lang="en-US" dirty="0">
              <a:solidFill>
                <a:srgbClr val="FFFFFF"/>
              </a:solidFill>
            </a:endParaRPr>
          </a:p>
        </p:txBody>
      </p:sp>
      <p:sp>
        <p:nvSpPr>
          <p:cNvPr id="6" name="Text Placeholder 5"/>
          <p:cNvSpPr>
            <a:spLocks noGrp="1"/>
          </p:cNvSpPr>
          <p:nvPr userDrawn="1">
            <p:ph type="body" idx="1"/>
          </p:nvPr>
        </p:nvSpPr>
        <p:spPr>
          <a:xfrm>
            <a:off x="324337" y="1074608"/>
            <a:ext cx="11472672" cy="1665411"/>
          </a:xfrm>
          <a:prstGeom prst="rect">
            <a:avLst/>
          </a:prstGeom>
        </p:spPr>
        <p:txBody>
          <a:bodyPr vert="horz" lIns="34289" tIns="34289" rIns="34289" bIns="34289"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a:spLocks noChangeArrowheads="1"/>
          </p:cNvSpPr>
          <p:nvPr userDrawn="1"/>
        </p:nvSpPr>
        <p:spPr bwMode="auto">
          <a:xfrm>
            <a:off x="3191" y="4005265"/>
            <a:ext cx="8972551"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9" tIns="45719" rIns="91439" bIns="45719"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pic>
        <p:nvPicPr>
          <p:cNvPr id="199698" name="Picture 199697"/>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48137" y="6188649"/>
            <a:ext cx="872243" cy="249881"/>
          </a:xfrm>
          <a:prstGeom prst="rect">
            <a:avLst/>
          </a:prstGeom>
        </p:spPr>
      </p:pic>
    </p:spTree>
    <p:extLst>
      <p:ext uri="{BB962C8B-B14F-4D97-AF65-F5344CB8AC3E}">
        <p14:creationId xmlns:p14="http://schemas.microsoft.com/office/powerpoint/2010/main" val="11395498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79" r:id="rId5"/>
    <p:sldLayoutId id="2147483691" r:id="rId6"/>
    <p:sldLayoutId id="214748369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rtl="0" eaLnBrk="1" fontAlgn="base" hangingPunct="1">
        <a:lnSpc>
          <a:spcPct val="90000"/>
        </a:lnSpc>
        <a:spcBef>
          <a:spcPct val="0"/>
        </a:spcBef>
        <a:spcAft>
          <a:spcPct val="0"/>
        </a:spcAft>
        <a:defRPr sz="4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2533" b="1">
          <a:solidFill>
            <a:srgbClr val="000000"/>
          </a:solidFill>
          <a:latin typeface="Arial" charset="0"/>
        </a:defRPr>
      </a:lvl2pPr>
      <a:lvl3pPr algn="l" rtl="0" eaLnBrk="1" fontAlgn="base" hangingPunct="1">
        <a:lnSpc>
          <a:spcPct val="90000"/>
        </a:lnSpc>
        <a:spcBef>
          <a:spcPct val="0"/>
        </a:spcBef>
        <a:spcAft>
          <a:spcPct val="0"/>
        </a:spcAft>
        <a:defRPr sz="2533" b="1">
          <a:solidFill>
            <a:srgbClr val="000000"/>
          </a:solidFill>
          <a:latin typeface="Arial" charset="0"/>
        </a:defRPr>
      </a:lvl3pPr>
      <a:lvl4pPr algn="l" rtl="0" eaLnBrk="1" fontAlgn="base" hangingPunct="1">
        <a:lnSpc>
          <a:spcPct val="90000"/>
        </a:lnSpc>
        <a:spcBef>
          <a:spcPct val="0"/>
        </a:spcBef>
        <a:spcAft>
          <a:spcPct val="0"/>
        </a:spcAft>
        <a:defRPr sz="2533" b="1">
          <a:solidFill>
            <a:srgbClr val="000000"/>
          </a:solidFill>
          <a:latin typeface="Arial" charset="0"/>
        </a:defRPr>
      </a:lvl4pPr>
      <a:lvl5pPr algn="l" rtl="0" eaLnBrk="1" fontAlgn="base" hangingPunct="1">
        <a:lnSpc>
          <a:spcPct val="90000"/>
        </a:lnSpc>
        <a:spcBef>
          <a:spcPct val="0"/>
        </a:spcBef>
        <a:spcAft>
          <a:spcPct val="0"/>
        </a:spcAft>
        <a:defRPr sz="2533" b="1">
          <a:solidFill>
            <a:srgbClr val="000000"/>
          </a:solidFill>
          <a:latin typeface="Arial" charset="0"/>
        </a:defRPr>
      </a:lvl5pPr>
      <a:lvl6pPr marL="457178" algn="l" rtl="0" eaLnBrk="1" fontAlgn="base" hangingPunct="1">
        <a:lnSpc>
          <a:spcPct val="90000"/>
        </a:lnSpc>
        <a:spcBef>
          <a:spcPct val="0"/>
        </a:spcBef>
        <a:spcAft>
          <a:spcPct val="0"/>
        </a:spcAft>
        <a:defRPr sz="2533" b="1">
          <a:solidFill>
            <a:srgbClr val="000000"/>
          </a:solidFill>
          <a:latin typeface="Arial" charset="0"/>
        </a:defRPr>
      </a:lvl6pPr>
      <a:lvl7pPr marL="914354" algn="l" rtl="0" eaLnBrk="1" fontAlgn="base" hangingPunct="1">
        <a:lnSpc>
          <a:spcPct val="90000"/>
        </a:lnSpc>
        <a:spcBef>
          <a:spcPct val="0"/>
        </a:spcBef>
        <a:spcAft>
          <a:spcPct val="0"/>
        </a:spcAft>
        <a:defRPr sz="2533" b="1">
          <a:solidFill>
            <a:srgbClr val="000000"/>
          </a:solidFill>
          <a:latin typeface="Arial" charset="0"/>
        </a:defRPr>
      </a:lvl7pPr>
      <a:lvl8pPr marL="1371532" algn="l" rtl="0" eaLnBrk="1" fontAlgn="base" hangingPunct="1">
        <a:lnSpc>
          <a:spcPct val="90000"/>
        </a:lnSpc>
        <a:spcBef>
          <a:spcPct val="0"/>
        </a:spcBef>
        <a:spcAft>
          <a:spcPct val="0"/>
        </a:spcAft>
        <a:defRPr sz="2533" b="1">
          <a:solidFill>
            <a:srgbClr val="000000"/>
          </a:solidFill>
          <a:latin typeface="Arial" charset="0"/>
        </a:defRPr>
      </a:lvl8pPr>
      <a:lvl9pPr marL="1828709" algn="l" rtl="0" eaLnBrk="1" fontAlgn="base" hangingPunct="1">
        <a:lnSpc>
          <a:spcPct val="90000"/>
        </a:lnSpc>
        <a:spcBef>
          <a:spcPct val="0"/>
        </a:spcBef>
        <a:spcAft>
          <a:spcPct val="0"/>
        </a:spcAft>
        <a:defRPr sz="2533" b="1">
          <a:solidFill>
            <a:srgbClr val="000000"/>
          </a:solidFill>
          <a:latin typeface="Arial" charset="0"/>
        </a:defRPr>
      </a:lvl9pPr>
    </p:titleStyle>
    <p:bodyStyle>
      <a:lvl1pPr algn="l" rtl="0" eaLnBrk="1" fontAlgn="base" hangingPunct="1">
        <a:lnSpc>
          <a:spcPct val="100000"/>
        </a:lnSpc>
        <a:spcBef>
          <a:spcPts val="300"/>
        </a:spcBef>
        <a:spcAft>
          <a:spcPts val="400"/>
        </a:spcAft>
        <a:buClr>
          <a:schemeClr val="accent5">
            <a:lumMod val="50000"/>
          </a:schemeClr>
        </a:buClr>
        <a:buFont typeface="Webdings" pitchFamily="18" charset="2"/>
        <a:buNone/>
        <a:defRPr lang="en-US" sz="1867" dirty="0" smtClean="0">
          <a:solidFill>
            <a:schemeClr val="tx2">
              <a:lumMod val="75000"/>
              <a:lumOff val="25000"/>
            </a:schemeClr>
          </a:solidFill>
          <a:latin typeface="+mn-lt"/>
          <a:ea typeface="+mn-ea"/>
          <a:cs typeface="Arial" pitchFamily="34" charset="0"/>
        </a:defRPr>
      </a:lvl1pPr>
      <a:lvl2pPr marL="227002" indent="-225414" algn="l" rtl="0" eaLnBrk="1" fontAlgn="base" hangingPunct="1">
        <a:lnSpc>
          <a:spcPct val="100000"/>
        </a:lnSpc>
        <a:spcBef>
          <a:spcPts val="300"/>
        </a:spcBef>
        <a:spcAft>
          <a:spcPts val="400"/>
        </a:spcAft>
        <a:buClr>
          <a:schemeClr val="accent1"/>
        </a:buClr>
        <a:buSzPct val="101000"/>
        <a:buFont typeface="Arial" panose="020B0604020202020204" pitchFamily="34" charset="0"/>
        <a:buChar char="•"/>
        <a:defRPr lang="en-US" sz="1867" dirty="0" smtClean="0">
          <a:solidFill>
            <a:schemeClr val="tx2">
              <a:lumMod val="75000"/>
              <a:lumOff val="25000"/>
            </a:schemeClr>
          </a:solidFill>
          <a:latin typeface="+mn-lt"/>
          <a:cs typeface="Arial" pitchFamily="34" charset="0"/>
        </a:defRPr>
      </a:lvl2pPr>
      <a:lvl3pPr marL="461939" indent="-234939" algn="l" rtl="0" eaLnBrk="1" fontAlgn="base" hangingPunct="1">
        <a:lnSpc>
          <a:spcPct val="100000"/>
        </a:lnSpc>
        <a:spcBef>
          <a:spcPts val="300"/>
        </a:spcBef>
        <a:spcAft>
          <a:spcPts val="400"/>
        </a:spcAft>
        <a:buClr>
          <a:schemeClr val="accent1"/>
        </a:buClr>
        <a:buSzPct val="80000"/>
        <a:buFont typeface="Arial" pitchFamily="34" charset="0"/>
        <a:buChar char="–"/>
        <a:defRPr lang="en-US" sz="1600" dirty="0" smtClean="0">
          <a:solidFill>
            <a:schemeClr val="tx2">
              <a:lumMod val="75000"/>
              <a:lumOff val="25000"/>
            </a:schemeClr>
          </a:solidFill>
          <a:latin typeface="+mn-lt"/>
          <a:cs typeface="Arial" pitchFamily="34" charset="0"/>
        </a:defRPr>
      </a:lvl3pPr>
      <a:lvl4pPr marL="687353" indent="-225414" algn="l" rtl="0" eaLnBrk="1" fontAlgn="base" hangingPunct="1">
        <a:lnSpc>
          <a:spcPct val="100000"/>
        </a:lnSpc>
        <a:spcBef>
          <a:spcPts val="300"/>
        </a:spcBef>
        <a:spcAft>
          <a:spcPts val="400"/>
        </a:spcAft>
        <a:buClr>
          <a:schemeClr val="accent1"/>
        </a:buClr>
        <a:buSzPct val="80000"/>
        <a:buFont typeface="Arial" pitchFamily="34" charset="0"/>
        <a:buChar char="•"/>
        <a:defRPr lang="en-US" sz="1467" dirty="0" smtClean="0">
          <a:solidFill>
            <a:schemeClr val="tx2">
              <a:lumMod val="75000"/>
              <a:lumOff val="25000"/>
            </a:schemeClr>
          </a:solidFill>
          <a:latin typeface="+mn-lt"/>
          <a:cs typeface="Arial" pitchFamily="34" charset="0"/>
        </a:defRPr>
      </a:lvl4pPr>
      <a:lvl5pPr marL="914354" indent="-227002" algn="l" rtl="0" eaLnBrk="1" fontAlgn="base" hangingPunct="1">
        <a:lnSpc>
          <a:spcPct val="100000"/>
        </a:lnSpc>
        <a:spcBef>
          <a:spcPts val="300"/>
        </a:spcBef>
        <a:spcAft>
          <a:spcPts val="400"/>
        </a:spcAft>
        <a:buClr>
          <a:schemeClr val="accent1"/>
        </a:buClr>
        <a:buSzPct val="60000"/>
        <a:buFont typeface="Arial" pitchFamily="34" charset="0"/>
        <a:buChar char="–"/>
        <a:defRPr lang="en-US" sz="1200" dirty="0" smtClean="0">
          <a:solidFill>
            <a:schemeClr val="tx2">
              <a:lumMod val="75000"/>
              <a:lumOff val="25000"/>
            </a:schemeClr>
          </a:solidFill>
          <a:latin typeface="+mn-lt"/>
          <a:cs typeface="Arial" pitchFamily="34" charset="0"/>
        </a:defRPr>
      </a:lvl5pPr>
      <a:lvl6pPr marL="2112858"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2570034"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3027211"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3484389"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1" y="6528530"/>
            <a:ext cx="11871960" cy="271689"/>
            <a:chOff x="121024" y="4412607"/>
            <a:chExt cx="11423276" cy="321184"/>
          </a:xfrm>
        </p:grpSpPr>
        <p:sp>
          <p:nvSpPr>
            <p:cNvPr id="11" name="Rectangle 5"/>
            <p:cNvSpPr>
              <a:spLocks noChangeArrowheads="1"/>
            </p:cNvSpPr>
            <p:nvPr userDrawn="1"/>
          </p:nvSpPr>
          <p:spPr bwMode="auto">
            <a:xfrm>
              <a:off x="121024" y="4412607"/>
              <a:ext cx="11423276" cy="321184"/>
            </a:xfrm>
            <a:prstGeom prst="rect">
              <a:avLst/>
            </a:prstGeom>
            <a:solidFill>
              <a:srgbClr val="5959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5" name="Freeform 14"/>
            <p:cNvSpPr/>
            <p:nvPr userDrawn="1"/>
          </p:nvSpPr>
          <p:spPr bwMode="auto">
            <a:xfrm>
              <a:off x="121024" y="4566387"/>
              <a:ext cx="11365992" cy="0"/>
            </a:xfrm>
            <a:custGeom>
              <a:avLst/>
              <a:gdLst>
                <a:gd name="connsiteX0" fmla="*/ 11391900 w 11391900"/>
                <a:gd name="connsiteY0" fmla="*/ 0 h 0"/>
                <a:gd name="connsiteX1" fmla="*/ 0 w 11391900"/>
                <a:gd name="connsiteY1" fmla="*/ 0 h 0"/>
              </a:gdLst>
              <a:ahLst/>
              <a:cxnLst>
                <a:cxn ang="0">
                  <a:pos x="connsiteX0" y="connsiteY0"/>
                </a:cxn>
                <a:cxn ang="0">
                  <a:pos x="connsiteX1" y="connsiteY1"/>
                </a:cxn>
              </a:cxnLst>
              <a:rect l="l" t="t" r="r" b="b"/>
              <a:pathLst>
                <a:path w="11391900">
                  <a:moveTo>
                    <a:pt x="11391900" y="0"/>
                  </a:moveTo>
                  <a:lnTo>
                    <a:pt x="0" y="0"/>
                  </a:lnTo>
                </a:path>
              </a:pathLst>
            </a:custGeom>
            <a:noFill/>
            <a:ln w="22225" cap="flat" cmpd="sng" algn="ctr">
              <a:solidFill>
                <a:srgbClr val="987E41"/>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grpSp>
      <p:grpSp>
        <p:nvGrpSpPr>
          <p:cNvPr id="199695" name="Group 199694"/>
          <p:cNvGrpSpPr/>
          <p:nvPr userDrawn="1"/>
        </p:nvGrpSpPr>
        <p:grpSpPr>
          <a:xfrm>
            <a:off x="11769468" y="6453960"/>
            <a:ext cx="376155" cy="376880"/>
            <a:chOff x="7497763" y="3830638"/>
            <a:chExt cx="2471738" cy="2476500"/>
          </a:xfrm>
        </p:grpSpPr>
        <p:sp>
          <p:nvSpPr>
            <p:cNvPr id="199692" name="Oval 41"/>
            <p:cNvSpPr>
              <a:spLocks noChangeArrowheads="1"/>
            </p:cNvSpPr>
            <p:nvPr userDrawn="1"/>
          </p:nvSpPr>
          <p:spPr bwMode="auto">
            <a:xfrm>
              <a:off x="7497763" y="3830638"/>
              <a:ext cx="2471738" cy="24765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99693" name="Freeform 42"/>
            <p:cNvSpPr>
              <a:spLocks/>
            </p:cNvSpPr>
            <p:nvPr userDrawn="1"/>
          </p:nvSpPr>
          <p:spPr bwMode="auto">
            <a:xfrm>
              <a:off x="7678738" y="4011613"/>
              <a:ext cx="2109788" cy="2114550"/>
            </a:xfrm>
            <a:custGeom>
              <a:avLst/>
              <a:gdLst>
                <a:gd name="T0" fmla="*/ 617 w 618"/>
                <a:gd name="T1" fmla="*/ 308 h 617"/>
                <a:gd name="T2" fmla="*/ 310 w 618"/>
                <a:gd name="T3" fmla="*/ 616 h 617"/>
                <a:gd name="T4" fmla="*/ 1 w 618"/>
                <a:gd name="T5" fmla="*/ 309 h 617"/>
                <a:gd name="T6" fmla="*/ 308 w 618"/>
                <a:gd name="T7" fmla="*/ 0 h 617"/>
                <a:gd name="T8" fmla="*/ 617 w 618"/>
                <a:gd name="T9" fmla="*/ 308 h 617"/>
              </a:gdLst>
              <a:ahLst/>
              <a:cxnLst>
                <a:cxn ang="0">
                  <a:pos x="T0" y="T1"/>
                </a:cxn>
                <a:cxn ang="0">
                  <a:pos x="T2" y="T3"/>
                </a:cxn>
                <a:cxn ang="0">
                  <a:pos x="T4" y="T5"/>
                </a:cxn>
                <a:cxn ang="0">
                  <a:pos x="T6" y="T7"/>
                </a:cxn>
                <a:cxn ang="0">
                  <a:pos x="T8" y="T9"/>
                </a:cxn>
              </a:cxnLst>
              <a:rect l="0" t="0" r="r" b="b"/>
              <a:pathLst>
                <a:path w="618" h="617">
                  <a:moveTo>
                    <a:pt x="617" y="308"/>
                  </a:moveTo>
                  <a:cubicBezTo>
                    <a:pt x="618" y="478"/>
                    <a:pt x="480" y="616"/>
                    <a:pt x="310" y="616"/>
                  </a:cubicBezTo>
                  <a:cubicBezTo>
                    <a:pt x="139" y="617"/>
                    <a:pt x="1" y="479"/>
                    <a:pt x="1" y="309"/>
                  </a:cubicBezTo>
                  <a:cubicBezTo>
                    <a:pt x="0" y="139"/>
                    <a:pt x="138" y="0"/>
                    <a:pt x="308" y="0"/>
                  </a:cubicBezTo>
                  <a:cubicBezTo>
                    <a:pt x="479" y="0"/>
                    <a:pt x="617" y="137"/>
                    <a:pt x="617" y="3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grpSp>
      <p:sp>
        <p:nvSpPr>
          <p:cNvPr id="199682" name="Rectangle 2"/>
          <p:cNvSpPr>
            <a:spLocks noGrp="1" noChangeArrowheads="1"/>
          </p:cNvSpPr>
          <p:nvPr userDrawn="1">
            <p:ph type="title"/>
          </p:nvPr>
        </p:nvSpPr>
        <p:spPr bwMode="auto">
          <a:xfrm>
            <a:off x="286600" y="113853"/>
            <a:ext cx="10154605" cy="831851"/>
          </a:xfrm>
          <a:prstGeom prst="rect">
            <a:avLst/>
          </a:prstGeom>
          <a:noFill/>
          <a:ln w="9525">
            <a:noFill/>
            <a:miter lim="800000"/>
            <a:headEnd/>
            <a:tailEnd/>
          </a:ln>
          <a:effectLst/>
        </p:spPr>
        <p:txBody>
          <a:bodyPr vert="horz" wrap="square" lIns="34289" tIns="34289" rIns="34289" bIns="0" numCol="1" anchor="b" anchorCtr="0" compatLnSpc="1">
            <a:prstTxWarp prst="textNoShape">
              <a:avLst/>
            </a:prstTxWarp>
          </a:bodyPr>
          <a:lstStyle/>
          <a:p>
            <a:pPr lvl="0"/>
            <a:r>
              <a:rPr lang="en-US" dirty="0"/>
              <a:t>Click to edit Master title style</a:t>
            </a:r>
          </a:p>
        </p:txBody>
      </p:sp>
      <p:sp>
        <p:nvSpPr>
          <p:cNvPr id="199684" name="Rectangle 4"/>
          <p:cNvSpPr>
            <a:spLocks noGrp="1" noChangeArrowheads="1"/>
          </p:cNvSpPr>
          <p:nvPr userDrawn="1">
            <p:ph type="sldNum" sz="quarter" idx="4"/>
          </p:nvPr>
        </p:nvSpPr>
        <p:spPr bwMode="auto">
          <a:xfrm>
            <a:off x="11717687" y="6546266"/>
            <a:ext cx="479260" cy="191912"/>
          </a:xfrm>
          <a:prstGeom prst="rect">
            <a:avLst/>
          </a:prstGeom>
          <a:noFill/>
          <a:ln w="9525">
            <a:noFill/>
            <a:miter lim="800000"/>
            <a:headEnd/>
            <a:tailEnd/>
          </a:ln>
          <a:effectLst/>
        </p:spPr>
        <p:txBody>
          <a:bodyPr vert="horz" wrap="square" lIns="13716" tIns="13716" rIns="13716" bIns="13716" numCol="1" anchor="t" anchorCtr="0" compatLnSpc="1">
            <a:prstTxWarp prst="textNoShape">
              <a:avLst/>
            </a:prstTxWarp>
            <a:spAutoFit/>
          </a:bodyPr>
          <a:lstStyle>
            <a:lvl1pPr algn="ctr">
              <a:spcBef>
                <a:spcPct val="20000"/>
              </a:spcBef>
              <a:buClr>
                <a:schemeClr val="tx1"/>
              </a:buClr>
              <a:buSzPct val="50000"/>
              <a:buFont typeface="Wingdings" pitchFamily="2" charset="2"/>
              <a:buNone/>
              <a:defRPr sz="1067" b="0">
                <a:solidFill>
                  <a:schemeClr val="bg1"/>
                </a:solidFill>
                <a:effectLst/>
                <a:latin typeface="+mj-lt"/>
              </a:defRPr>
            </a:lvl1pPr>
          </a:lstStyle>
          <a:p>
            <a:pPr fontAlgn="base">
              <a:spcAft>
                <a:spcPct val="0"/>
              </a:spcAft>
              <a:buClr>
                <a:srgbClr val="000000"/>
              </a:buClr>
            </a:pPr>
            <a:fld id="{8022235C-F2BB-49F2-A307-DAF5D2C4A06C}" type="slidenum">
              <a:rPr lang="en-US" smtClean="0">
                <a:solidFill>
                  <a:srgbClr val="FFFFFF"/>
                </a:solidFill>
              </a:rPr>
              <a:pPr fontAlgn="base">
                <a:spcAft>
                  <a:spcPct val="0"/>
                </a:spcAft>
                <a:buClr>
                  <a:srgbClr val="000000"/>
                </a:buClr>
              </a:pPr>
              <a:t>‹#›</a:t>
            </a:fld>
            <a:endParaRPr lang="en-US" dirty="0">
              <a:solidFill>
                <a:srgbClr val="FFFFFF"/>
              </a:solidFill>
            </a:endParaRPr>
          </a:p>
        </p:txBody>
      </p:sp>
      <p:sp>
        <p:nvSpPr>
          <p:cNvPr id="6" name="Text Placeholder 5"/>
          <p:cNvSpPr>
            <a:spLocks noGrp="1"/>
          </p:cNvSpPr>
          <p:nvPr userDrawn="1">
            <p:ph type="body" idx="1"/>
          </p:nvPr>
        </p:nvSpPr>
        <p:spPr>
          <a:xfrm>
            <a:off x="324337" y="1074608"/>
            <a:ext cx="11472672" cy="1665411"/>
          </a:xfrm>
          <a:prstGeom prst="rect">
            <a:avLst/>
          </a:prstGeom>
        </p:spPr>
        <p:txBody>
          <a:bodyPr vert="horz" lIns="34289" tIns="34289" rIns="34289" bIns="34289"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a:spLocks noChangeArrowheads="1"/>
          </p:cNvSpPr>
          <p:nvPr userDrawn="1"/>
        </p:nvSpPr>
        <p:spPr bwMode="auto">
          <a:xfrm>
            <a:off x="3191" y="4005265"/>
            <a:ext cx="8972551"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9" tIns="45719" rIns="91439" bIns="45719"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pic>
        <p:nvPicPr>
          <p:cNvPr id="199698" name="Picture 19969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8137" y="6188649"/>
            <a:ext cx="872243" cy="249881"/>
          </a:xfrm>
          <a:prstGeom prst="rect">
            <a:avLst/>
          </a:prstGeom>
        </p:spPr>
      </p:pic>
    </p:spTree>
    <p:extLst>
      <p:ext uri="{BB962C8B-B14F-4D97-AF65-F5344CB8AC3E}">
        <p14:creationId xmlns:p14="http://schemas.microsoft.com/office/powerpoint/2010/main" val="4041746874"/>
      </p:ext>
    </p:extLst>
  </p:cSld>
  <p:clrMap bg1="lt1" tx1="dk1" bg2="lt2" tx2="dk2" accent1="accent1" accent2="accent2" accent3="accent3" accent4="accent4" accent5="accent5" accent6="accent6" hlink="hlink" folHlink="folHlink"/>
  <p:sldLayoutIdLst>
    <p:sldLayoutId id="2147483690"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rtl="0" eaLnBrk="1" fontAlgn="base" hangingPunct="1">
        <a:lnSpc>
          <a:spcPct val="90000"/>
        </a:lnSpc>
        <a:spcBef>
          <a:spcPct val="0"/>
        </a:spcBef>
        <a:spcAft>
          <a:spcPct val="0"/>
        </a:spcAft>
        <a:defRPr sz="4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2533" b="1">
          <a:solidFill>
            <a:srgbClr val="000000"/>
          </a:solidFill>
          <a:latin typeface="Arial" charset="0"/>
        </a:defRPr>
      </a:lvl2pPr>
      <a:lvl3pPr algn="l" rtl="0" eaLnBrk="1" fontAlgn="base" hangingPunct="1">
        <a:lnSpc>
          <a:spcPct val="90000"/>
        </a:lnSpc>
        <a:spcBef>
          <a:spcPct val="0"/>
        </a:spcBef>
        <a:spcAft>
          <a:spcPct val="0"/>
        </a:spcAft>
        <a:defRPr sz="2533" b="1">
          <a:solidFill>
            <a:srgbClr val="000000"/>
          </a:solidFill>
          <a:latin typeface="Arial" charset="0"/>
        </a:defRPr>
      </a:lvl3pPr>
      <a:lvl4pPr algn="l" rtl="0" eaLnBrk="1" fontAlgn="base" hangingPunct="1">
        <a:lnSpc>
          <a:spcPct val="90000"/>
        </a:lnSpc>
        <a:spcBef>
          <a:spcPct val="0"/>
        </a:spcBef>
        <a:spcAft>
          <a:spcPct val="0"/>
        </a:spcAft>
        <a:defRPr sz="2533" b="1">
          <a:solidFill>
            <a:srgbClr val="000000"/>
          </a:solidFill>
          <a:latin typeface="Arial" charset="0"/>
        </a:defRPr>
      </a:lvl4pPr>
      <a:lvl5pPr algn="l" rtl="0" eaLnBrk="1" fontAlgn="base" hangingPunct="1">
        <a:lnSpc>
          <a:spcPct val="90000"/>
        </a:lnSpc>
        <a:spcBef>
          <a:spcPct val="0"/>
        </a:spcBef>
        <a:spcAft>
          <a:spcPct val="0"/>
        </a:spcAft>
        <a:defRPr sz="2533" b="1">
          <a:solidFill>
            <a:srgbClr val="000000"/>
          </a:solidFill>
          <a:latin typeface="Arial" charset="0"/>
        </a:defRPr>
      </a:lvl5pPr>
      <a:lvl6pPr marL="457178" algn="l" rtl="0" eaLnBrk="1" fontAlgn="base" hangingPunct="1">
        <a:lnSpc>
          <a:spcPct val="90000"/>
        </a:lnSpc>
        <a:spcBef>
          <a:spcPct val="0"/>
        </a:spcBef>
        <a:spcAft>
          <a:spcPct val="0"/>
        </a:spcAft>
        <a:defRPr sz="2533" b="1">
          <a:solidFill>
            <a:srgbClr val="000000"/>
          </a:solidFill>
          <a:latin typeface="Arial" charset="0"/>
        </a:defRPr>
      </a:lvl6pPr>
      <a:lvl7pPr marL="914354" algn="l" rtl="0" eaLnBrk="1" fontAlgn="base" hangingPunct="1">
        <a:lnSpc>
          <a:spcPct val="90000"/>
        </a:lnSpc>
        <a:spcBef>
          <a:spcPct val="0"/>
        </a:spcBef>
        <a:spcAft>
          <a:spcPct val="0"/>
        </a:spcAft>
        <a:defRPr sz="2533" b="1">
          <a:solidFill>
            <a:srgbClr val="000000"/>
          </a:solidFill>
          <a:latin typeface="Arial" charset="0"/>
        </a:defRPr>
      </a:lvl7pPr>
      <a:lvl8pPr marL="1371532" algn="l" rtl="0" eaLnBrk="1" fontAlgn="base" hangingPunct="1">
        <a:lnSpc>
          <a:spcPct val="90000"/>
        </a:lnSpc>
        <a:spcBef>
          <a:spcPct val="0"/>
        </a:spcBef>
        <a:spcAft>
          <a:spcPct val="0"/>
        </a:spcAft>
        <a:defRPr sz="2533" b="1">
          <a:solidFill>
            <a:srgbClr val="000000"/>
          </a:solidFill>
          <a:latin typeface="Arial" charset="0"/>
        </a:defRPr>
      </a:lvl8pPr>
      <a:lvl9pPr marL="1828709" algn="l" rtl="0" eaLnBrk="1" fontAlgn="base" hangingPunct="1">
        <a:lnSpc>
          <a:spcPct val="90000"/>
        </a:lnSpc>
        <a:spcBef>
          <a:spcPct val="0"/>
        </a:spcBef>
        <a:spcAft>
          <a:spcPct val="0"/>
        </a:spcAft>
        <a:defRPr sz="2533" b="1">
          <a:solidFill>
            <a:srgbClr val="000000"/>
          </a:solidFill>
          <a:latin typeface="Arial" charset="0"/>
        </a:defRPr>
      </a:lvl9pPr>
    </p:titleStyle>
    <p:bodyStyle>
      <a:lvl1pPr algn="l" rtl="0" eaLnBrk="1" fontAlgn="base" hangingPunct="1">
        <a:lnSpc>
          <a:spcPct val="100000"/>
        </a:lnSpc>
        <a:spcBef>
          <a:spcPts val="300"/>
        </a:spcBef>
        <a:spcAft>
          <a:spcPts val="400"/>
        </a:spcAft>
        <a:buClr>
          <a:schemeClr val="accent5">
            <a:lumMod val="50000"/>
          </a:schemeClr>
        </a:buClr>
        <a:buFont typeface="Webdings" pitchFamily="18" charset="2"/>
        <a:buNone/>
        <a:defRPr lang="en-US" sz="1867" dirty="0" smtClean="0">
          <a:solidFill>
            <a:schemeClr val="tx2">
              <a:lumMod val="75000"/>
              <a:lumOff val="25000"/>
            </a:schemeClr>
          </a:solidFill>
          <a:latin typeface="+mn-lt"/>
          <a:ea typeface="+mn-ea"/>
          <a:cs typeface="Arial" pitchFamily="34" charset="0"/>
        </a:defRPr>
      </a:lvl1pPr>
      <a:lvl2pPr marL="227002" indent="-225414" algn="l" rtl="0" eaLnBrk="1" fontAlgn="base" hangingPunct="1">
        <a:lnSpc>
          <a:spcPct val="100000"/>
        </a:lnSpc>
        <a:spcBef>
          <a:spcPts val="300"/>
        </a:spcBef>
        <a:spcAft>
          <a:spcPts val="400"/>
        </a:spcAft>
        <a:buClr>
          <a:schemeClr val="accent1"/>
        </a:buClr>
        <a:buSzPct val="101000"/>
        <a:buFont typeface="Arial" panose="020B0604020202020204" pitchFamily="34" charset="0"/>
        <a:buChar char="•"/>
        <a:defRPr lang="en-US" sz="1867" dirty="0" smtClean="0">
          <a:solidFill>
            <a:schemeClr val="tx2">
              <a:lumMod val="75000"/>
              <a:lumOff val="25000"/>
            </a:schemeClr>
          </a:solidFill>
          <a:latin typeface="+mn-lt"/>
          <a:cs typeface="Arial" pitchFamily="34" charset="0"/>
        </a:defRPr>
      </a:lvl2pPr>
      <a:lvl3pPr marL="461939" indent="-234939" algn="l" rtl="0" eaLnBrk="1" fontAlgn="base" hangingPunct="1">
        <a:lnSpc>
          <a:spcPct val="100000"/>
        </a:lnSpc>
        <a:spcBef>
          <a:spcPts val="300"/>
        </a:spcBef>
        <a:spcAft>
          <a:spcPts val="400"/>
        </a:spcAft>
        <a:buClr>
          <a:schemeClr val="accent1"/>
        </a:buClr>
        <a:buSzPct val="80000"/>
        <a:buFont typeface="Arial" pitchFamily="34" charset="0"/>
        <a:buChar char="–"/>
        <a:defRPr lang="en-US" sz="1600" dirty="0" smtClean="0">
          <a:solidFill>
            <a:schemeClr val="tx2">
              <a:lumMod val="75000"/>
              <a:lumOff val="25000"/>
            </a:schemeClr>
          </a:solidFill>
          <a:latin typeface="+mn-lt"/>
          <a:cs typeface="Arial" pitchFamily="34" charset="0"/>
        </a:defRPr>
      </a:lvl3pPr>
      <a:lvl4pPr marL="687353" indent="-225414" algn="l" rtl="0" eaLnBrk="1" fontAlgn="base" hangingPunct="1">
        <a:lnSpc>
          <a:spcPct val="100000"/>
        </a:lnSpc>
        <a:spcBef>
          <a:spcPts val="300"/>
        </a:spcBef>
        <a:spcAft>
          <a:spcPts val="400"/>
        </a:spcAft>
        <a:buClr>
          <a:schemeClr val="accent1"/>
        </a:buClr>
        <a:buSzPct val="80000"/>
        <a:buFont typeface="Arial" pitchFamily="34" charset="0"/>
        <a:buChar char="•"/>
        <a:defRPr lang="en-US" sz="1467" dirty="0" smtClean="0">
          <a:solidFill>
            <a:schemeClr val="tx2">
              <a:lumMod val="75000"/>
              <a:lumOff val="25000"/>
            </a:schemeClr>
          </a:solidFill>
          <a:latin typeface="+mn-lt"/>
          <a:cs typeface="Arial" pitchFamily="34" charset="0"/>
        </a:defRPr>
      </a:lvl4pPr>
      <a:lvl5pPr marL="914354" indent="-227002" algn="l" rtl="0" eaLnBrk="1" fontAlgn="base" hangingPunct="1">
        <a:lnSpc>
          <a:spcPct val="100000"/>
        </a:lnSpc>
        <a:spcBef>
          <a:spcPts val="300"/>
        </a:spcBef>
        <a:spcAft>
          <a:spcPts val="400"/>
        </a:spcAft>
        <a:buClr>
          <a:schemeClr val="accent1"/>
        </a:buClr>
        <a:buSzPct val="60000"/>
        <a:buFont typeface="Arial" pitchFamily="34" charset="0"/>
        <a:buChar char="–"/>
        <a:defRPr lang="en-US" sz="1200" dirty="0" smtClean="0">
          <a:solidFill>
            <a:schemeClr val="tx2">
              <a:lumMod val="75000"/>
              <a:lumOff val="25000"/>
            </a:schemeClr>
          </a:solidFill>
          <a:latin typeface="+mn-lt"/>
          <a:cs typeface="Arial" pitchFamily="34" charset="0"/>
        </a:defRPr>
      </a:lvl5pPr>
      <a:lvl6pPr marL="2112858"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2570034"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3027211"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3484389"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199695" name="Group 199694"/>
          <p:cNvGrpSpPr/>
          <p:nvPr userDrawn="1"/>
        </p:nvGrpSpPr>
        <p:grpSpPr>
          <a:xfrm>
            <a:off x="11769468" y="6453960"/>
            <a:ext cx="376155" cy="376880"/>
            <a:chOff x="7497763" y="3830638"/>
            <a:chExt cx="2471738" cy="2476500"/>
          </a:xfrm>
        </p:grpSpPr>
        <p:sp>
          <p:nvSpPr>
            <p:cNvPr id="199692" name="Oval 41"/>
            <p:cNvSpPr>
              <a:spLocks noChangeArrowheads="1"/>
            </p:cNvSpPr>
            <p:nvPr userDrawn="1"/>
          </p:nvSpPr>
          <p:spPr bwMode="auto">
            <a:xfrm>
              <a:off x="7497763" y="3830638"/>
              <a:ext cx="2471738" cy="24765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99693" name="Freeform 42"/>
            <p:cNvSpPr>
              <a:spLocks/>
            </p:cNvSpPr>
            <p:nvPr userDrawn="1"/>
          </p:nvSpPr>
          <p:spPr bwMode="auto">
            <a:xfrm>
              <a:off x="7678738" y="4011613"/>
              <a:ext cx="2109788" cy="2114550"/>
            </a:xfrm>
            <a:custGeom>
              <a:avLst/>
              <a:gdLst>
                <a:gd name="T0" fmla="*/ 617 w 618"/>
                <a:gd name="T1" fmla="*/ 308 h 617"/>
                <a:gd name="T2" fmla="*/ 310 w 618"/>
                <a:gd name="T3" fmla="*/ 616 h 617"/>
                <a:gd name="T4" fmla="*/ 1 w 618"/>
                <a:gd name="T5" fmla="*/ 309 h 617"/>
                <a:gd name="T6" fmla="*/ 308 w 618"/>
                <a:gd name="T7" fmla="*/ 0 h 617"/>
                <a:gd name="T8" fmla="*/ 617 w 618"/>
                <a:gd name="T9" fmla="*/ 308 h 617"/>
              </a:gdLst>
              <a:ahLst/>
              <a:cxnLst>
                <a:cxn ang="0">
                  <a:pos x="T0" y="T1"/>
                </a:cxn>
                <a:cxn ang="0">
                  <a:pos x="T2" y="T3"/>
                </a:cxn>
                <a:cxn ang="0">
                  <a:pos x="T4" y="T5"/>
                </a:cxn>
                <a:cxn ang="0">
                  <a:pos x="T6" y="T7"/>
                </a:cxn>
                <a:cxn ang="0">
                  <a:pos x="T8" y="T9"/>
                </a:cxn>
              </a:cxnLst>
              <a:rect l="0" t="0" r="r" b="b"/>
              <a:pathLst>
                <a:path w="618" h="617">
                  <a:moveTo>
                    <a:pt x="617" y="308"/>
                  </a:moveTo>
                  <a:cubicBezTo>
                    <a:pt x="618" y="478"/>
                    <a:pt x="480" y="616"/>
                    <a:pt x="310" y="616"/>
                  </a:cubicBezTo>
                  <a:cubicBezTo>
                    <a:pt x="139" y="617"/>
                    <a:pt x="1" y="479"/>
                    <a:pt x="1" y="309"/>
                  </a:cubicBezTo>
                  <a:cubicBezTo>
                    <a:pt x="0" y="139"/>
                    <a:pt x="138" y="0"/>
                    <a:pt x="308" y="0"/>
                  </a:cubicBezTo>
                  <a:cubicBezTo>
                    <a:pt x="479" y="0"/>
                    <a:pt x="617" y="137"/>
                    <a:pt x="617" y="3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grpSp>
      <p:sp>
        <p:nvSpPr>
          <p:cNvPr id="199682" name="Rectangle 2"/>
          <p:cNvSpPr>
            <a:spLocks noGrp="1" noChangeArrowheads="1"/>
          </p:cNvSpPr>
          <p:nvPr userDrawn="1">
            <p:ph type="title"/>
          </p:nvPr>
        </p:nvSpPr>
        <p:spPr bwMode="auto">
          <a:xfrm>
            <a:off x="286600" y="113853"/>
            <a:ext cx="10154605" cy="831851"/>
          </a:xfrm>
          <a:prstGeom prst="rect">
            <a:avLst/>
          </a:prstGeom>
          <a:noFill/>
          <a:ln w="9525">
            <a:noFill/>
            <a:miter lim="800000"/>
            <a:headEnd/>
            <a:tailEnd/>
          </a:ln>
          <a:effectLst/>
        </p:spPr>
        <p:txBody>
          <a:bodyPr vert="horz" wrap="square" lIns="34289" tIns="34289" rIns="34289" bIns="0" numCol="1" anchor="b" anchorCtr="0" compatLnSpc="1">
            <a:prstTxWarp prst="textNoShape">
              <a:avLst/>
            </a:prstTxWarp>
          </a:bodyPr>
          <a:lstStyle/>
          <a:p>
            <a:pPr lvl="0"/>
            <a:r>
              <a:rPr lang="en-US" dirty="0"/>
              <a:t>Click to edit Master title style</a:t>
            </a:r>
          </a:p>
        </p:txBody>
      </p:sp>
      <p:sp>
        <p:nvSpPr>
          <p:cNvPr id="199684" name="Rectangle 4"/>
          <p:cNvSpPr>
            <a:spLocks noGrp="1" noChangeArrowheads="1"/>
          </p:cNvSpPr>
          <p:nvPr userDrawn="1">
            <p:ph type="sldNum" sz="quarter" idx="4"/>
          </p:nvPr>
        </p:nvSpPr>
        <p:spPr bwMode="auto">
          <a:xfrm>
            <a:off x="11717674" y="6546256"/>
            <a:ext cx="479260" cy="191912"/>
          </a:xfrm>
          <a:prstGeom prst="rect">
            <a:avLst/>
          </a:prstGeom>
          <a:noFill/>
          <a:ln w="9525">
            <a:noFill/>
            <a:miter lim="800000"/>
            <a:headEnd/>
            <a:tailEnd/>
          </a:ln>
          <a:effectLst/>
        </p:spPr>
        <p:txBody>
          <a:bodyPr vert="horz" wrap="square" lIns="13716" tIns="13716" rIns="13716" bIns="13716" numCol="1" anchor="t" anchorCtr="0" compatLnSpc="1">
            <a:prstTxWarp prst="textNoShape">
              <a:avLst/>
            </a:prstTxWarp>
            <a:spAutoFit/>
          </a:bodyPr>
          <a:lstStyle>
            <a:lvl1pPr algn="ctr">
              <a:spcBef>
                <a:spcPct val="20000"/>
              </a:spcBef>
              <a:buClr>
                <a:schemeClr val="tx1"/>
              </a:buClr>
              <a:buSzPct val="50000"/>
              <a:buFont typeface="Wingdings" pitchFamily="2" charset="2"/>
              <a:buNone/>
              <a:defRPr sz="1067" b="0">
                <a:solidFill>
                  <a:schemeClr val="bg1"/>
                </a:solidFill>
                <a:effectLst/>
                <a:latin typeface="+mj-lt"/>
              </a:defRPr>
            </a:lvl1pPr>
          </a:lstStyle>
          <a:p>
            <a:pPr fontAlgn="base">
              <a:spcAft>
                <a:spcPct val="0"/>
              </a:spcAft>
              <a:buClr>
                <a:srgbClr val="000000"/>
              </a:buClr>
            </a:pPr>
            <a:fld id="{8022235C-F2BB-49F2-A307-DAF5D2C4A06C}" type="slidenum">
              <a:rPr lang="en-US" smtClean="0">
                <a:solidFill>
                  <a:srgbClr val="FFFFFF"/>
                </a:solidFill>
              </a:rPr>
              <a:pPr fontAlgn="base">
                <a:spcAft>
                  <a:spcPct val="0"/>
                </a:spcAft>
                <a:buClr>
                  <a:srgbClr val="000000"/>
                </a:buClr>
              </a:pPr>
              <a:t>‹#›</a:t>
            </a:fld>
            <a:endParaRPr lang="en-US" dirty="0">
              <a:solidFill>
                <a:srgbClr val="FFFFFF"/>
              </a:solidFill>
            </a:endParaRPr>
          </a:p>
        </p:txBody>
      </p:sp>
      <p:sp>
        <p:nvSpPr>
          <p:cNvPr id="6" name="Text Placeholder 5"/>
          <p:cNvSpPr>
            <a:spLocks noGrp="1"/>
          </p:cNvSpPr>
          <p:nvPr userDrawn="1">
            <p:ph type="body" idx="1"/>
          </p:nvPr>
        </p:nvSpPr>
        <p:spPr>
          <a:xfrm>
            <a:off x="324337" y="1074608"/>
            <a:ext cx="11472672" cy="1665411"/>
          </a:xfrm>
          <a:prstGeom prst="rect">
            <a:avLst/>
          </a:prstGeom>
        </p:spPr>
        <p:txBody>
          <a:bodyPr vert="horz" lIns="34289" tIns="34289" rIns="34289" bIns="34289"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a:spLocks noChangeArrowheads="1"/>
          </p:cNvSpPr>
          <p:nvPr userDrawn="1"/>
        </p:nvSpPr>
        <p:spPr bwMode="auto">
          <a:xfrm>
            <a:off x="3191" y="4005265"/>
            <a:ext cx="8972551"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9" tIns="45719" rIns="91439" bIns="45719"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Tree>
    <p:extLst>
      <p:ext uri="{BB962C8B-B14F-4D97-AF65-F5344CB8AC3E}">
        <p14:creationId xmlns:p14="http://schemas.microsoft.com/office/powerpoint/2010/main" val="174412597"/>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rtl="0" eaLnBrk="1" fontAlgn="base" hangingPunct="1">
        <a:lnSpc>
          <a:spcPct val="90000"/>
        </a:lnSpc>
        <a:spcBef>
          <a:spcPct val="0"/>
        </a:spcBef>
        <a:spcAft>
          <a:spcPct val="0"/>
        </a:spcAft>
        <a:defRPr sz="4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2533" b="1">
          <a:solidFill>
            <a:srgbClr val="000000"/>
          </a:solidFill>
          <a:latin typeface="Arial" charset="0"/>
        </a:defRPr>
      </a:lvl2pPr>
      <a:lvl3pPr algn="l" rtl="0" eaLnBrk="1" fontAlgn="base" hangingPunct="1">
        <a:lnSpc>
          <a:spcPct val="90000"/>
        </a:lnSpc>
        <a:spcBef>
          <a:spcPct val="0"/>
        </a:spcBef>
        <a:spcAft>
          <a:spcPct val="0"/>
        </a:spcAft>
        <a:defRPr sz="2533" b="1">
          <a:solidFill>
            <a:srgbClr val="000000"/>
          </a:solidFill>
          <a:latin typeface="Arial" charset="0"/>
        </a:defRPr>
      </a:lvl3pPr>
      <a:lvl4pPr algn="l" rtl="0" eaLnBrk="1" fontAlgn="base" hangingPunct="1">
        <a:lnSpc>
          <a:spcPct val="90000"/>
        </a:lnSpc>
        <a:spcBef>
          <a:spcPct val="0"/>
        </a:spcBef>
        <a:spcAft>
          <a:spcPct val="0"/>
        </a:spcAft>
        <a:defRPr sz="2533" b="1">
          <a:solidFill>
            <a:srgbClr val="000000"/>
          </a:solidFill>
          <a:latin typeface="Arial" charset="0"/>
        </a:defRPr>
      </a:lvl4pPr>
      <a:lvl5pPr algn="l" rtl="0" eaLnBrk="1" fontAlgn="base" hangingPunct="1">
        <a:lnSpc>
          <a:spcPct val="90000"/>
        </a:lnSpc>
        <a:spcBef>
          <a:spcPct val="0"/>
        </a:spcBef>
        <a:spcAft>
          <a:spcPct val="0"/>
        </a:spcAft>
        <a:defRPr sz="2533" b="1">
          <a:solidFill>
            <a:srgbClr val="000000"/>
          </a:solidFill>
          <a:latin typeface="Arial" charset="0"/>
        </a:defRPr>
      </a:lvl5pPr>
      <a:lvl6pPr marL="457178" algn="l" rtl="0" eaLnBrk="1" fontAlgn="base" hangingPunct="1">
        <a:lnSpc>
          <a:spcPct val="90000"/>
        </a:lnSpc>
        <a:spcBef>
          <a:spcPct val="0"/>
        </a:spcBef>
        <a:spcAft>
          <a:spcPct val="0"/>
        </a:spcAft>
        <a:defRPr sz="2533" b="1">
          <a:solidFill>
            <a:srgbClr val="000000"/>
          </a:solidFill>
          <a:latin typeface="Arial" charset="0"/>
        </a:defRPr>
      </a:lvl6pPr>
      <a:lvl7pPr marL="914354" algn="l" rtl="0" eaLnBrk="1" fontAlgn="base" hangingPunct="1">
        <a:lnSpc>
          <a:spcPct val="90000"/>
        </a:lnSpc>
        <a:spcBef>
          <a:spcPct val="0"/>
        </a:spcBef>
        <a:spcAft>
          <a:spcPct val="0"/>
        </a:spcAft>
        <a:defRPr sz="2533" b="1">
          <a:solidFill>
            <a:srgbClr val="000000"/>
          </a:solidFill>
          <a:latin typeface="Arial" charset="0"/>
        </a:defRPr>
      </a:lvl7pPr>
      <a:lvl8pPr marL="1371532" algn="l" rtl="0" eaLnBrk="1" fontAlgn="base" hangingPunct="1">
        <a:lnSpc>
          <a:spcPct val="90000"/>
        </a:lnSpc>
        <a:spcBef>
          <a:spcPct val="0"/>
        </a:spcBef>
        <a:spcAft>
          <a:spcPct val="0"/>
        </a:spcAft>
        <a:defRPr sz="2533" b="1">
          <a:solidFill>
            <a:srgbClr val="000000"/>
          </a:solidFill>
          <a:latin typeface="Arial" charset="0"/>
        </a:defRPr>
      </a:lvl8pPr>
      <a:lvl9pPr marL="1828709" algn="l" rtl="0" eaLnBrk="1" fontAlgn="base" hangingPunct="1">
        <a:lnSpc>
          <a:spcPct val="90000"/>
        </a:lnSpc>
        <a:spcBef>
          <a:spcPct val="0"/>
        </a:spcBef>
        <a:spcAft>
          <a:spcPct val="0"/>
        </a:spcAft>
        <a:defRPr sz="2533" b="1">
          <a:solidFill>
            <a:srgbClr val="000000"/>
          </a:solidFill>
          <a:latin typeface="Arial" charset="0"/>
        </a:defRPr>
      </a:lvl9pPr>
    </p:titleStyle>
    <p:bodyStyle>
      <a:lvl1pPr algn="l" rtl="0" eaLnBrk="1" fontAlgn="base" hangingPunct="1">
        <a:lnSpc>
          <a:spcPct val="100000"/>
        </a:lnSpc>
        <a:spcBef>
          <a:spcPts val="300"/>
        </a:spcBef>
        <a:spcAft>
          <a:spcPts val="400"/>
        </a:spcAft>
        <a:buClr>
          <a:schemeClr val="accent5">
            <a:lumMod val="50000"/>
          </a:schemeClr>
        </a:buClr>
        <a:buFont typeface="Webdings" pitchFamily="18" charset="2"/>
        <a:buNone/>
        <a:defRPr lang="en-US" sz="1867" dirty="0" smtClean="0">
          <a:solidFill>
            <a:schemeClr val="tx2">
              <a:lumMod val="75000"/>
              <a:lumOff val="25000"/>
            </a:schemeClr>
          </a:solidFill>
          <a:latin typeface="+mn-lt"/>
          <a:ea typeface="+mn-ea"/>
          <a:cs typeface="Arial" pitchFamily="34" charset="0"/>
        </a:defRPr>
      </a:lvl1pPr>
      <a:lvl2pPr marL="227002" indent="-225414" algn="l" rtl="0" eaLnBrk="1" fontAlgn="base" hangingPunct="1">
        <a:lnSpc>
          <a:spcPct val="100000"/>
        </a:lnSpc>
        <a:spcBef>
          <a:spcPts val="300"/>
        </a:spcBef>
        <a:spcAft>
          <a:spcPts val="400"/>
        </a:spcAft>
        <a:buClr>
          <a:schemeClr val="accent1"/>
        </a:buClr>
        <a:buSzPct val="101000"/>
        <a:buFont typeface="Arial" panose="020B0604020202020204" pitchFamily="34" charset="0"/>
        <a:buChar char="•"/>
        <a:defRPr lang="en-US" sz="1867" dirty="0" smtClean="0">
          <a:solidFill>
            <a:schemeClr val="tx2">
              <a:lumMod val="75000"/>
              <a:lumOff val="25000"/>
            </a:schemeClr>
          </a:solidFill>
          <a:latin typeface="+mn-lt"/>
          <a:cs typeface="Arial" pitchFamily="34" charset="0"/>
        </a:defRPr>
      </a:lvl2pPr>
      <a:lvl3pPr marL="461939" indent="-234939" algn="l" rtl="0" eaLnBrk="1" fontAlgn="base" hangingPunct="1">
        <a:lnSpc>
          <a:spcPct val="100000"/>
        </a:lnSpc>
        <a:spcBef>
          <a:spcPts val="300"/>
        </a:spcBef>
        <a:spcAft>
          <a:spcPts val="400"/>
        </a:spcAft>
        <a:buClr>
          <a:schemeClr val="accent1"/>
        </a:buClr>
        <a:buSzPct val="80000"/>
        <a:buFont typeface="Arial" pitchFamily="34" charset="0"/>
        <a:buChar char="–"/>
        <a:defRPr lang="en-US" sz="1600" dirty="0" smtClean="0">
          <a:solidFill>
            <a:schemeClr val="tx2">
              <a:lumMod val="75000"/>
              <a:lumOff val="25000"/>
            </a:schemeClr>
          </a:solidFill>
          <a:latin typeface="+mn-lt"/>
          <a:cs typeface="Arial" pitchFamily="34" charset="0"/>
        </a:defRPr>
      </a:lvl3pPr>
      <a:lvl4pPr marL="687353" indent="-225414" algn="l" rtl="0" eaLnBrk="1" fontAlgn="base" hangingPunct="1">
        <a:lnSpc>
          <a:spcPct val="100000"/>
        </a:lnSpc>
        <a:spcBef>
          <a:spcPts val="300"/>
        </a:spcBef>
        <a:spcAft>
          <a:spcPts val="400"/>
        </a:spcAft>
        <a:buClr>
          <a:schemeClr val="accent1"/>
        </a:buClr>
        <a:buSzPct val="80000"/>
        <a:buFont typeface="Arial" pitchFamily="34" charset="0"/>
        <a:buChar char="•"/>
        <a:defRPr lang="en-US" sz="1467" dirty="0" smtClean="0">
          <a:solidFill>
            <a:schemeClr val="tx2">
              <a:lumMod val="75000"/>
              <a:lumOff val="25000"/>
            </a:schemeClr>
          </a:solidFill>
          <a:latin typeface="+mn-lt"/>
          <a:cs typeface="Arial" pitchFamily="34" charset="0"/>
        </a:defRPr>
      </a:lvl4pPr>
      <a:lvl5pPr marL="914354" indent="-227002" algn="l" rtl="0" eaLnBrk="1" fontAlgn="base" hangingPunct="1">
        <a:lnSpc>
          <a:spcPct val="100000"/>
        </a:lnSpc>
        <a:spcBef>
          <a:spcPts val="300"/>
        </a:spcBef>
        <a:spcAft>
          <a:spcPts val="400"/>
        </a:spcAft>
        <a:buClr>
          <a:schemeClr val="accent1"/>
        </a:buClr>
        <a:buSzPct val="60000"/>
        <a:buFont typeface="Arial" pitchFamily="34" charset="0"/>
        <a:buChar char="–"/>
        <a:defRPr lang="en-US" sz="1200" dirty="0" smtClean="0">
          <a:solidFill>
            <a:schemeClr val="tx2">
              <a:lumMod val="75000"/>
              <a:lumOff val="25000"/>
            </a:schemeClr>
          </a:solidFill>
          <a:latin typeface="+mn-lt"/>
          <a:cs typeface="Arial" pitchFamily="34" charset="0"/>
        </a:defRPr>
      </a:lvl5pPr>
      <a:lvl6pPr marL="2112858"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2570034"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3027211"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3484389"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1" y="6528530"/>
            <a:ext cx="11871960" cy="271689"/>
            <a:chOff x="121024" y="4412607"/>
            <a:chExt cx="11423276" cy="321184"/>
          </a:xfrm>
        </p:grpSpPr>
        <p:sp>
          <p:nvSpPr>
            <p:cNvPr id="11" name="Rectangle 5"/>
            <p:cNvSpPr>
              <a:spLocks noChangeArrowheads="1"/>
            </p:cNvSpPr>
            <p:nvPr userDrawn="1"/>
          </p:nvSpPr>
          <p:spPr bwMode="auto">
            <a:xfrm>
              <a:off x="121024" y="4412607"/>
              <a:ext cx="11423276" cy="321184"/>
            </a:xfrm>
            <a:prstGeom prst="rect">
              <a:avLst/>
            </a:prstGeom>
            <a:solidFill>
              <a:srgbClr val="5959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5" name="Freeform 14"/>
            <p:cNvSpPr/>
            <p:nvPr userDrawn="1"/>
          </p:nvSpPr>
          <p:spPr bwMode="auto">
            <a:xfrm>
              <a:off x="121024" y="4566387"/>
              <a:ext cx="11365992" cy="0"/>
            </a:xfrm>
            <a:custGeom>
              <a:avLst/>
              <a:gdLst>
                <a:gd name="connsiteX0" fmla="*/ 11391900 w 11391900"/>
                <a:gd name="connsiteY0" fmla="*/ 0 h 0"/>
                <a:gd name="connsiteX1" fmla="*/ 0 w 11391900"/>
                <a:gd name="connsiteY1" fmla="*/ 0 h 0"/>
              </a:gdLst>
              <a:ahLst/>
              <a:cxnLst>
                <a:cxn ang="0">
                  <a:pos x="connsiteX0" y="connsiteY0"/>
                </a:cxn>
                <a:cxn ang="0">
                  <a:pos x="connsiteX1" y="connsiteY1"/>
                </a:cxn>
              </a:cxnLst>
              <a:rect l="l" t="t" r="r" b="b"/>
              <a:pathLst>
                <a:path w="11391900">
                  <a:moveTo>
                    <a:pt x="11391900" y="0"/>
                  </a:moveTo>
                  <a:lnTo>
                    <a:pt x="0" y="0"/>
                  </a:lnTo>
                </a:path>
              </a:pathLst>
            </a:custGeom>
            <a:noFill/>
            <a:ln w="22225" cap="flat" cmpd="sng" algn="ctr">
              <a:solidFill>
                <a:srgbClr val="987E41"/>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grpSp>
      <p:grpSp>
        <p:nvGrpSpPr>
          <p:cNvPr id="199695" name="Group 199694"/>
          <p:cNvGrpSpPr/>
          <p:nvPr userDrawn="1"/>
        </p:nvGrpSpPr>
        <p:grpSpPr>
          <a:xfrm>
            <a:off x="11769468" y="6453960"/>
            <a:ext cx="376155" cy="376880"/>
            <a:chOff x="7497763" y="3830638"/>
            <a:chExt cx="2471738" cy="2476500"/>
          </a:xfrm>
        </p:grpSpPr>
        <p:sp>
          <p:nvSpPr>
            <p:cNvPr id="199692" name="Oval 41"/>
            <p:cNvSpPr>
              <a:spLocks noChangeArrowheads="1"/>
            </p:cNvSpPr>
            <p:nvPr userDrawn="1"/>
          </p:nvSpPr>
          <p:spPr bwMode="auto">
            <a:xfrm>
              <a:off x="7497763" y="3830638"/>
              <a:ext cx="2471738" cy="24765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99693" name="Freeform 42"/>
            <p:cNvSpPr>
              <a:spLocks/>
            </p:cNvSpPr>
            <p:nvPr userDrawn="1"/>
          </p:nvSpPr>
          <p:spPr bwMode="auto">
            <a:xfrm>
              <a:off x="7678738" y="4011613"/>
              <a:ext cx="2109788" cy="2114550"/>
            </a:xfrm>
            <a:custGeom>
              <a:avLst/>
              <a:gdLst>
                <a:gd name="T0" fmla="*/ 617 w 618"/>
                <a:gd name="T1" fmla="*/ 308 h 617"/>
                <a:gd name="T2" fmla="*/ 310 w 618"/>
                <a:gd name="T3" fmla="*/ 616 h 617"/>
                <a:gd name="T4" fmla="*/ 1 w 618"/>
                <a:gd name="T5" fmla="*/ 309 h 617"/>
                <a:gd name="T6" fmla="*/ 308 w 618"/>
                <a:gd name="T7" fmla="*/ 0 h 617"/>
                <a:gd name="T8" fmla="*/ 617 w 618"/>
                <a:gd name="T9" fmla="*/ 308 h 617"/>
              </a:gdLst>
              <a:ahLst/>
              <a:cxnLst>
                <a:cxn ang="0">
                  <a:pos x="T0" y="T1"/>
                </a:cxn>
                <a:cxn ang="0">
                  <a:pos x="T2" y="T3"/>
                </a:cxn>
                <a:cxn ang="0">
                  <a:pos x="T4" y="T5"/>
                </a:cxn>
                <a:cxn ang="0">
                  <a:pos x="T6" y="T7"/>
                </a:cxn>
                <a:cxn ang="0">
                  <a:pos x="T8" y="T9"/>
                </a:cxn>
              </a:cxnLst>
              <a:rect l="0" t="0" r="r" b="b"/>
              <a:pathLst>
                <a:path w="618" h="617">
                  <a:moveTo>
                    <a:pt x="617" y="308"/>
                  </a:moveTo>
                  <a:cubicBezTo>
                    <a:pt x="618" y="478"/>
                    <a:pt x="480" y="616"/>
                    <a:pt x="310" y="616"/>
                  </a:cubicBezTo>
                  <a:cubicBezTo>
                    <a:pt x="139" y="617"/>
                    <a:pt x="1" y="479"/>
                    <a:pt x="1" y="309"/>
                  </a:cubicBezTo>
                  <a:cubicBezTo>
                    <a:pt x="0" y="139"/>
                    <a:pt x="138" y="0"/>
                    <a:pt x="308" y="0"/>
                  </a:cubicBezTo>
                  <a:cubicBezTo>
                    <a:pt x="479" y="0"/>
                    <a:pt x="617" y="137"/>
                    <a:pt x="617" y="3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grpSp>
      <p:sp>
        <p:nvSpPr>
          <p:cNvPr id="199682" name="Rectangle 2"/>
          <p:cNvSpPr>
            <a:spLocks noGrp="1" noChangeArrowheads="1"/>
          </p:cNvSpPr>
          <p:nvPr userDrawn="1">
            <p:ph type="title"/>
          </p:nvPr>
        </p:nvSpPr>
        <p:spPr bwMode="auto">
          <a:xfrm>
            <a:off x="286600" y="113853"/>
            <a:ext cx="10154605" cy="831851"/>
          </a:xfrm>
          <a:prstGeom prst="rect">
            <a:avLst/>
          </a:prstGeom>
          <a:noFill/>
          <a:ln w="9525">
            <a:noFill/>
            <a:miter lim="800000"/>
            <a:headEnd/>
            <a:tailEnd/>
          </a:ln>
          <a:effectLst/>
        </p:spPr>
        <p:txBody>
          <a:bodyPr vert="horz" wrap="square" lIns="34289" tIns="34289" rIns="34289" bIns="0" numCol="1" anchor="b" anchorCtr="0" compatLnSpc="1">
            <a:prstTxWarp prst="textNoShape">
              <a:avLst/>
            </a:prstTxWarp>
          </a:bodyPr>
          <a:lstStyle/>
          <a:p>
            <a:pPr lvl="0"/>
            <a:r>
              <a:rPr lang="en-US" dirty="0"/>
              <a:t>Click to edit Master title style</a:t>
            </a:r>
          </a:p>
        </p:txBody>
      </p:sp>
      <p:sp>
        <p:nvSpPr>
          <p:cNvPr id="199684" name="Rectangle 4"/>
          <p:cNvSpPr>
            <a:spLocks noGrp="1" noChangeArrowheads="1"/>
          </p:cNvSpPr>
          <p:nvPr userDrawn="1">
            <p:ph type="sldNum" sz="quarter" idx="4"/>
          </p:nvPr>
        </p:nvSpPr>
        <p:spPr bwMode="auto">
          <a:xfrm>
            <a:off x="11717687" y="6546266"/>
            <a:ext cx="479260" cy="191912"/>
          </a:xfrm>
          <a:prstGeom prst="rect">
            <a:avLst/>
          </a:prstGeom>
          <a:noFill/>
          <a:ln w="9525">
            <a:noFill/>
            <a:miter lim="800000"/>
            <a:headEnd/>
            <a:tailEnd/>
          </a:ln>
          <a:effectLst/>
        </p:spPr>
        <p:txBody>
          <a:bodyPr vert="horz" wrap="square" lIns="13716" tIns="13716" rIns="13716" bIns="13716" numCol="1" anchor="t" anchorCtr="0" compatLnSpc="1">
            <a:prstTxWarp prst="textNoShape">
              <a:avLst/>
            </a:prstTxWarp>
            <a:spAutoFit/>
          </a:bodyPr>
          <a:lstStyle>
            <a:lvl1pPr algn="ctr">
              <a:spcBef>
                <a:spcPct val="20000"/>
              </a:spcBef>
              <a:buClr>
                <a:schemeClr val="tx1"/>
              </a:buClr>
              <a:buSzPct val="50000"/>
              <a:buFont typeface="Wingdings" pitchFamily="2" charset="2"/>
              <a:buNone/>
              <a:defRPr sz="1067" b="0">
                <a:solidFill>
                  <a:schemeClr val="bg1"/>
                </a:solidFill>
                <a:effectLst/>
                <a:latin typeface="+mj-lt"/>
              </a:defRPr>
            </a:lvl1pPr>
          </a:lstStyle>
          <a:p>
            <a:pPr fontAlgn="base">
              <a:spcAft>
                <a:spcPct val="0"/>
              </a:spcAft>
              <a:buClr>
                <a:srgbClr val="000000"/>
              </a:buClr>
            </a:pPr>
            <a:fld id="{8022235C-F2BB-49F2-A307-DAF5D2C4A06C}" type="slidenum">
              <a:rPr lang="en-US" smtClean="0">
                <a:solidFill>
                  <a:srgbClr val="FFFFFF"/>
                </a:solidFill>
              </a:rPr>
              <a:pPr fontAlgn="base">
                <a:spcAft>
                  <a:spcPct val="0"/>
                </a:spcAft>
                <a:buClr>
                  <a:srgbClr val="000000"/>
                </a:buClr>
              </a:pPr>
              <a:t>‹#›</a:t>
            </a:fld>
            <a:endParaRPr lang="en-US" dirty="0">
              <a:solidFill>
                <a:srgbClr val="FFFFFF"/>
              </a:solidFill>
            </a:endParaRPr>
          </a:p>
        </p:txBody>
      </p:sp>
      <p:sp>
        <p:nvSpPr>
          <p:cNvPr id="6" name="Text Placeholder 5"/>
          <p:cNvSpPr>
            <a:spLocks noGrp="1"/>
          </p:cNvSpPr>
          <p:nvPr userDrawn="1">
            <p:ph type="body" idx="1"/>
          </p:nvPr>
        </p:nvSpPr>
        <p:spPr>
          <a:xfrm>
            <a:off x="324337" y="1074608"/>
            <a:ext cx="11472672" cy="1665411"/>
          </a:xfrm>
          <a:prstGeom prst="rect">
            <a:avLst/>
          </a:prstGeom>
        </p:spPr>
        <p:txBody>
          <a:bodyPr vert="horz" lIns="34289" tIns="34289" rIns="34289" bIns="34289"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a:spLocks noChangeArrowheads="1"/>
          </p:cNvSpPr>
          <p:nvPr userDrawn="1"/>
        </p:nvSpPr>
        <p:spPr bwMode="auto">
          <a:xfrm>
            <a:off x="3191" y="4005265"/>
            <a:ext cx="8972551"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9" tIns="45719" rIns="91439" bIns="45719"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Tree>
    <p:extLst>
      <p:ext uri="{BB962C8B-B14F-4D97-AF65-F5344CB8AC3E}">
        <p14:creationId xmlns:p14="http://schemas.microsoft.com/office/powerpoint/2010/main" val="3682915785"/>
      </p:ext>
    </p:extLst>
  </p:cSld>
  <p:clrMap bg1="lt1" tx1="dk1" bg2="lt2" tx2="dk2" accent1="accent1" accent2="accent2" accent3="accent3" accent4="accent4" accent5="accent5" accent6="accent6" hlink="hlink" folHlink="folHlink"/>
  <p:sldLayoutIdLst>
    <p:sldLayoutId id="2147483685"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rtl="0" eaLnBrk="1" fontAlgn="base" hangingPunct="1">
        <a:lnSpc>
          <a:spcPct val="90000"/>
        </a:lnSpc>
        <a:spcBef>
          <a:spcPct val="0"/>
        </a:spcBef>
        <a:spcAft>
          <a:spcPct val="0"/>
        </a:spcAft>
        <a:defRPr sz="4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2533" b="1">
          <a:solidFill>
            <a:srgbClr val="000000"/>
          </a:solidFill>
          <a:latin typeface="Arial" charset="0"/>
        </a:defRPr>
      </a:lvl2pPr>
      <a:lvl3pPr algn="l" rtl="0" eaLnBrk="1" fontAlgn="base" hangingPunct="1">
        <a:lnSpc>
          <a:spcPct val="90000"/>
        </a:lnSpc>
        <a:spcBef>
          <a:spcPct val="0"/>
        </a:spcBef>
        <a:spcAft>
          <a:spcPct val="0"/>
        </a:spcAft>
        <a:defRPr sz="2533" b="1">
          <a:solidFill>
            <a:srgbClr val="000000"/>
          </a:solidFill>
          <a:latin typeface="Arial" charset="0"/>
        </a:defRPr>
      </a:lvl3pPr>
      <a:lvl4pPr algn="l" rtl="0" eaLnBrk="1" fontAlgn="base" hangingPunct="1">
        <a:lnSpc>
          <a:spcPct val="90000"/>
        </a:lnSpc>
        <a:spcBef>
          <a:spcPct val="0"/>
        </a:spcBef>
        <a:spcAft>
          <a:spcPct val="0"/>
        </a:spcAft>
        <a:defRPr sz="2533" b="1">
          <a:solidFill>
            <a:srgbClr val="000000"/>
          </a:solidFill>
          <a:latin typeface="Arial" charset="0"/>
        </a:defRPr>
      </a:lvl4pPr>
      <a:lvl5pPr algn="l" rtl="0" eaLnBrk="1" fontAlgn="base" hangingPunct="1">
        <a:lnSpc>
          <a:spcPct val="90000"/>
        </a:lnSpc>
        <a:spcBef>
          <a:spcPct val="0"/>
        </a:spcBef>
        <a:spcAft>
          <a:spcPct val="0"/>
        </a:spcAft>
        <a:defRPr sz="2533" b="1">
          <a:solidFill>
            <a:srgbClr val="000000"/>
          </a:solidFill>
          <a:latin typeface="Arial" charset="0"/>
        </a:defRPr>
      </a:lvl5pPr>
      <a:lvl6pPr marL="457178" algn="l" rtl="0" eaLnBrk="1" fontAlgn="base" hangingPunct="1">
        <a:lnSpc>
          <a:spcPct val="90000"/>
        </a:lnSpc>
        <a:spcBef>
          <a:spcPct val="0"/>
        </a:spcBef>
        <a:spcAft>
          <a:spcPct val="0"/>
        </a:spcAft>
        <a:defRPr sz="2533" b="1">
          <a:solidFill>
            <a:srgbClr val="000000"/>
          </a:solidFill>
          <a:latin typeface="Arial" charset="0"/>
        </a:defRPr>
      </a:lvl6pPr>
      <a:lvl7pPr marL="914354" algn="l" rtl="0" eaLnBrk="1" fontAlgn="base" hangingPunct="1">
        <a:lnSpc>
          <a:spcPct val="90000"/>
        </a:lnSpc>
        <a:spcBef>
          <a:spcPct val="0"/>
        </a:spcBef>
        <a:spcAft>
          <a:spcPct val="0"/>
        </a:spcAft>
        <a:defRPr sz="2533" b="1">
          <a:solidFill>
            <a:srgbClr val="000000"/>
          </a:solidFill>
          <a:latin typeface="Arial" charset="0"/>
        </a:defRPr>
      </a:lvl7pPr>
      <a:lvl8pPr marL="1371532" algn="l" rtl="0" eaLnBrk="1" fontAlgn="base" hangingPunct="1">
        <a:lnSpc>
          <a:spcPct val="90000"/>
        </a:lnSpc>
        <a:spcBef>
          <a:spcPct val="0"/>
        </a:spcBef>
        <a:spcAft>
          <a:spcPct val="0"/>
        </a:spcAft>
        <a:defRPr sz="2533" b="1">
          <a:solidFill>
            <a:srgbClr val="000000"/>
          </a:solidFill>
          <a:latin typeface="Arial" charset="0"/>
        </a:defRPr>
      </a:lvl8pPr>
      <a:lvl9pPr marL="1828709" algn="l" rtl="0" eaLnBrk="1" fontAlgn="base" hangingPunct="1">
        <a:lnSpc>
          <a:spcPct val="90000"/>
        </a:lnSpc>
        <a:spcBef>
          <a:spcPct val="0"/>
        </a:spcBef>
        <a:spcAft>
          <a:spcPct val="0"/>
        </a:spcAft>
        <a:defRPr sz="2533" b="1">
          <a:solidFill>
            <a:srgbClr val="000000"/>
          </a:solidFill>
          <a:latin typeface="Arial" charset="0"/>
        </a:defRPr>
      </a:lvl9pPr>
    </p:titleStyle>
    <p:bodyStyle>
      <a:lvl1pPr algn="l" rtl="0" eaLnBrk="1" fontAlgn="base" hangingPunct="1">
        <a:lnSpc>
          <a:spcPct val="100000"/>
        </a:lnSpc>
        <a:spcBef>
          <a:spcPts val="300"/>
        </a:spcBef>
        <a:spcAft>
          <a:spcPts val="400"/>
        </a:spcAft>
        <a:buClr>
          <a:schemeClr val="accent5">
            <a:lumMod val="50000"/>
          </a:schemeClr>
        </a:buClr>
        <a:buFont typeface="Webdings" pitchFamily="18" charset="2"/>
        <a:buNone/>
        <a:defRPr lang="en-US" sz="1867" dirty="0" smtClean="0">
          <a:solidFill>
            <a:schemeClr val="tx2">
              <a:lumMod val="75000"/>
              <a:lumOff val="25000"/>
            </a:schemeClr>
          </a:solidFill>
          <a:latin typeface="+mn-lt"/>
          <a:ea typeface="+mn-ea"/>
          <a:cs typeface="Arial" pitchFamily="34" charset="0"/>
        </a:defRPr>
      </a:lvl1pPr>
      <a:lvl2pPr marL="227002" indent="-225414" algn="l" rtl="0" eaLnBrk="1" fontAlgn="base" hangingPunct="1">
        <a:lnSpc>
          <a:spcPct val="100000"/>
        </a:lnSpc>
        <a:spcBef>
          <a:spcPts val="300"/>
        </a:spcBef>
        <a:spcAft>
          <a:spcPts val="400"/>
        </a:spcAft>
        <a:buClr>
          <a:schemeClr val="accent1"/>
        </a:buClr>
        <a:buSzPct val="101000"/>
        <a:buFont typeface="Arial" panose="020B0604020202020204" pitchFamily="34" charset="0"/>
        <a:buChar char="•"/>
        <a:defRPr lang="en-US" sz="1867" dirty="0" smtClean="0">
          <a:solidFill>
            <a:schemeClr val="tx2">
              <a:lumMod val="75000"/>
              <a:lumOff val="25000"/>
            </a:schemeClr>
          </a:solidFill>
          <a:latin typeface="+mn-lt"/>
          <a:cs typeface="Arial" pitchFamily="34" charset="0"/>
        </a:defRPr>
      </a:lvl2pPr>
      <a:lvl3pPr marL="461939" indent="-234939" algn="l" rtl="0" eaLnBrk="1" fontAlgn="base" hangingPunct="1">
        <a:lnSpc>
          <a:spcPct val="100000"/>
        </a:lnSpc>
        <a:spcBef>
          <a:spcPts val="300"/>
        </a:spcBef>
        <a:spcAft>
          <a:spcPts val="400"/>
        </a:spcAft>
        <a:buClr>
          <a:schemeClr val="accent1"/>
        </a:buClr>
        <a:buSzPct val="80000"/>
        <a:buFont typeface="Arial" pitchFamily="34" charset="0"/>
        <a:buChar char="–"/>
        <a:defRPr lang="en-US" sz="1600" dirty="0" smtClean="0">
          <a:solidFill>
            <a:schemeClr val="tx2">
              <a:lumMod val="75000"/>
              <a:lumOff val="25000"/>
            </a:schemeClr>
          </a:solidFill>
          <a:latin typeface="+mn-lt"/>
          <a:cs typeface="Arial" pitchFamily="34" charset="0"/>
        </a:defRPr>
      </a:lvl3pPr>
      <a:lvl4pPr marL="687353" indent="-225414" algn="l" rtl="0" eaLnBrk="1" fontAlgn="base" hangingPunct="1">
        <a:lnSpc>
          <a:spcPct val="100000"/>
        </a:lnSpc>
        <a:spcBef>
          <a:spcPts val="300"/>
        </a:spcBef>
        <a:spcAft>
          <a:spcPts val="400"/>
        </a:spcAft>
        <a:buClr>
          <a:schemeClr val="accent1"/>
        </a:buClr>
        <a:buSzPct val="80000"/>
        <a:buFont typeface="Arial" pitchFamily="34" charset="0"/>
        <a:buChar char="•"/>
        <a:defRPr lang="en-US" sz="1467" dirty="0" smtClean="0">
          <a:solidFill>
            <a:schemeClr val="tx2">
              <a:lumMod val="75000"/>
              <a:lumOff val="25000"/>
            </a:schemeClr>
          </a:solidFill>
          <a:latin typeface="+mn-lt"/>
          <a:cs typeface="Arial" pitchFamily="34" charset="0"/>
        </a:defRPr>
      </a:lvl4pPr>
      <a:lvl5pPr marL="914354" indent="-227002" algn="l" rtl="0" eaLnBrk="1" fontAlgn="base" hangingPunct="1">
        <a:lnSpc>
          <a:spcPct val="100000"/>
        </a:lnSpc>
        <a:spcBef>
          <a:spcPts val="300"/>
        </a:spcBef>
        <a:spcAft>
          <a:spcPts val="400"/>
        </a:spcAft>
        <a:buClr>
          <a:schemeClr val="accent1"/>
        </a:buClr>
        <a:buSzPct val="60000"/>
        <a:buFont typeface="Arial" pitchFamily="34" charset="0"/>
        <a:buChar char="–"/>
        <a:defRPr lang="en-US" sz="1200" dirty="0" smtClean="0">
          <a:solidFill>
            <a:schemeClr val="tx2">
              <a:lumMod val="75000"/>
              <a:lumOff val="25000"/>
            </a:schemeClr>
          </a:solidFill>
          <a:latin typeface="+mn-lt"/>
          <a:cs typeface="Arial" pitchFamily="34" charset="0"/>
        </a:defRPr>
      </a:lvl5pPr>
      <a:lvl6pPr marL="2112858"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2570034"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3027211"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3484389"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1" y="6528530"/>
            <a:ext cx="11871960" cy="271689"/>
            <a:chOff x="121024" y="4412607"/>
            <a:chExt cx="11423276" cy="321184"/>
          </a:xfrm>
        </p:grpSpPr>
        <p:sp>
          <p:nvSpPr>
            <p:cNvPr id="11" name="Rectangle 5"/>
            <p:cNvSpPr>
              <a:spLocks noChangeArrowheads="1"/>
            </p:cNvSpPr>
            <p:nvPr userDrawn="1"/>
          </p:nvSpPr>
          <p:spPr bwMode="auto">
            <a:xfrm>
              <a:off x="121024" y="4412607"/>
              <a:ext cx="11423276" cy="321184"/>
            </a:xfrm>
            <a:prstGeom prst="rect">
              <a:avLst/>
            </a:prstGeom>
            <a:solidFill>
              <a:srgbClr val="5959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5" name="Freeform 14"/>
            <p:cNvSpPr/>
            <p:nvPr userDrawn="1"/>
          </p:nvSpPr>
          <p:spPr bwMode="auto">
            <a:xfrm>
              <a:off x="121024" y="4566387"/>
              <a:ext cx="11365992" cy="0"/>
            </a:xfrm>
            <a:custGeom>
              <a:avLst/>
              <a:gdLst>
                <a:gd name="connsiteX0" fmla="*/ 11391900 w 11391900"/>
                <a:gd name="connsiteY0" fmla="*/ 0 h 0"/>
                <a:gd name="connsiteX1" fmla="*/ 0 w 11391900"/>
                <a:gd name="connsiteY1" fmla="*/ 0 h 0"/>
              </a:gdLst>
              <a:ahLst/>
              <a:cxnLst>
                <a:cxn ang="0">
                  <a:pos x="connsiteX0" y="connsiteY0"/>
                </a:cxn>
                <a:cxn ang="0">
                  <a:pos x="connsiteX1" y="connsiteY1"/>
                </a:cxn>
              </a:cxnLst>
              <a:rect l="l" t="t" r="r" b="b"/>
              <a:pathLst>
                <a:path w="11391900">
                  <a:moveTo>
                    <a:pt x="11391900" y="0"/>
                  </a:moveTo>
                  <a:lnTo>
                    <a:pt x="0" y="0"/>
                  </a:lnTo>
                </a:path>
              </a:pathLst>
            </a:custGeom>
            <a:noFill/>
            <a:ln w="22225" cap="flat" cmpd="sng" algn="ctr">
              <a:solidFill>
                <a:srgbClr val="987E41"/>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grpSp>
      <p:grpSp>
        <p:nvGrpSpPr>
          <p:cNvPr id="199695" name="Group 199694"/>
          <p:cNvGrpSpPr/>
          <p:nvPr userDrawn="1"/>
        </p:nvGrpSpPr>
        <p:grpSpPr>
          <a:xfrm>
            <a:off x="11769468" y="6453960"/>
            <a:ext cx="376155" cy="376880"/>
            <a:chOff x="7497763" y="3830638"/>
            <a:chExt cx="2471738" cy="2476500"/>
          </a:xfrm>
        </p:grpSpPr>
        <p:sp>
          <p:nvSpPr>
            <p:cNvPr id="199692" name="Oval 41"/>
            <p:cNvSpPr>
              <a:spLocks noChangeArrowheads="1"/>
            </p:cNvSpPr>
            <p:nvPr userDrawn="1"/>
          </p:nvSpPr>
          <p:spPr bwMode="auto">
            <a:xfrm>
              <a:off x="7497763" y="3830638"/>
              <a:ext cx="2471738" cy="24765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99693" name="Freeform 42"/>
            <p:cNvSpPr>
              <a:spLocks/>
            </p:cNvSpPr>
            <p:nvPr userDrawn="1"/>
          </p:nvSpPr>
          <p:spPr bwMode="auto">
            <a:xfrm>
              <a:off x="7678738" y="4011613"/>
              <a:ext cx="2109788" cy="2114550"/>
            </a:xfrm>
            <a:custGeom>
              <a:avLst/>
              <a:gdLst>
                <a:gd name="T0" fmla="*/ 617 w 618"/>
                <a:gd name="T1" fmla="*/ 308 h 617"/>
                <a:gd name="T2" fmla="*/ 310 w 618"/>
                <a:gd name="T3" fmla="*/ 616 h 617"/>
                <a:gd name="T4" fmla="*/ 1 w 618"/>
                <a:gd name="T5" fmla="*/ 309 h 617"/>
                <a:gd name="T6" fmla="*/ 308 w 618"/>
                <a:gd name="T7" fmla="*/ 0 h 617"/>
                <a:gd name="T8" fmla="*/ 617 w 618"/>
                <a:gd name="T9" fmla="*/ 308 h 617"/>
              </a:gdLst>
              <a:ahLst/>
              <a:cxnLst>
                <a:cxn ang="0">
                  <a:pos x="T0" y="T1"/>
                </a:cxn>
                <a:cxn ang="0">
                  <a:pos x="T2" y="T3"/>
                </a:cxn>
                <a:cxn ang="0">
                  <a:pos x="T4" y="T5"/>
                </a:cxn>
                <a:cxn ang="0">
                  <a:pos x="T6" y="T7"/>
                </a:cxn>
                <a:cxn ang="0">
                  <a:pos x="T8" y="T9"/>
                </a:cxn>
              </a:cxnLst>
              <a:rect l="0" t="0" r="r" b="b"/>
              <a:pathLst>
                <a:path w="618" h="617">
                  <a:moveTo>
                    <a:pt x="617" y="308"/>
                  </a:moveTo>
                  <a:cubicBezTo>
                    <a:pt x="618" y="478"/>
                    <a:pt x="480" y="616"/>
                    <a:pt x="310" y="616"/>
                  </a:cubicBezTo>
                  <a:cubicBezTo>
                    <a:pt x="139" y="617"/>
                    <a:pt x="1" y="479"/>
                    <a:pt x="1" y="309"/>
                  </a:cubicBezTo>
                  <a:cubicBezTo>
                    <a:pt x="0" y="139"/>
                    <a:pt x="138" y="0"/>
                    <a:pt x="308" y="0"/>
                  </a:cubicBezTo>
                  <a:cubicBezTo>
                    <a:pt x="479" y="0"/>
                    <a:pt x="617" y="137"/>
                    <a:pt x="617" y="3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grpSp>
      <p:sp>
        <p:nvSpPr>
          <p:cNvPr id="199682" name="Rectangle 2"/>
          <p:cNvSpPr>
            <a:spLocks noGrp="1" noChangeArrowheads="1"/>
          </p:cNvSpPr>
          <p:nvPr userDrawn="1">
            <p:ph type="title"/>
          </p:nvPr>
        </p:nvSpPr>
        <p:spPr bwMode="auto">
          <a:xfrm>
            <a:off x="286600" y="113853"/>
            <a:ext cx="10154605" cy="831851"/>
          </a:xfrm>
          <a:prstGeom prst="rect">
            <a:avLst/>
          </a:prstGeom>
          <a:noFill/>
          <a:ln w="9525">
            <a:noFill/>
            <a:miter lim="800000"/>
            <a:headEnd/>
            <a:tailEnd/>
          </a:ln>
          <a:effectLst/>
        </p:spPr>
        <p:txBody>
          <a:bodyPr vert="horz" wrap="square" lIns="34289" tIns="34289" rIns="34289" bIns="0" numCol="1" anchor="b" anchorCtr="0" compatLnSpc="1">
            <a:prstTxWarp prst="textNoShape">
              <a:avLst/>
            </a:prstTxWarp>
          </a:bodyPr>
          <a:lstStyle/>
          <a:p>
            <a:pPr lvl="0"/>
            <a:r>
              <a:rPr lang="en-US" dirty="0"/>
              <a:t>Click to edit Master title style</a:t>
            </a:r>
          </a:p>
        </p:txBody>
      </p:sp>
      <p:sp>
        <p:nvSpPr>
          <p:cNvPr id="199684" name="Rectangle 4"/>
          <p:cNvSpPr>
            <a:spLocks noGrp="1" noChangeArrowheads="1"/>
          </p:cNvSpPr>
          <p:nvPr userDrawn="1">
            <p:ph type="sldNum" sz="quarter" idx="4"/>
          </p:nvPr>
        </p:nvSpPr>
        <p:spPr bwMode="auto">
          <a:xfrm>
            <a:off x="11717687" y="6546266"/>
            <a:ext cx="479260" cy="191912"/>
          </a:xfrm>
          <a:prstGeom prst="rect">
            <a:avLst/>
          </a:prstGeom>
          <a:noFill/>
          <a:ln w="9525">
            <a:noFill/>
            <a:miter lim="800000"/>
            <a:headEnd/>
            <a:tailEnd/>
          </a:ln>
          <a:effectLst/>
        </p:spPr>
        <p:txBody>
          <a:bodyPr vert="horz" wrap="square" lIns="13716" tIns="13716" rIns="13716" bIns="13716" numCol="1" anchor="t" anchorCtr="0" compatLnSpc="1">
            <a:prstTxWarp prst="textNoShape">
              <a:avLst/>
            </a:prstTxWarp>
            <a:spAutoFit/>
          </a:bodyPr>
          <a:lstStyle>
            <a:lvl1pPr algn="ctr">
              <a:spcBef>
                <a:spcPct val="20000"/>
              </a:spcBef>
              <a:buClr>
                <a:schemeClr val="tx1"/>
              </a:buClr>
              <a:buSzPct val="50000"/>
              <a:buFont typeface="Wingdings" pitchFamily="2" charset="2"/>
              <a:buNone/>
              <a:defRPr sz="1067" b="0">
                <a:solidFill>
                  <a:schemeClr val="bg1"/>
                </a:solidFill>
                <a:effectLst/>
                <a:latin typeface="+mj-lt"/>
              </a:defRPr>
            </a:lvl1pPr>
          </a:lstStyle>
          <a:p>
            <a:pPr fontAlgn="base">
              <a:spcAft>
                <a:spcPct val="0"/>
              </a:spcAft>
              <a:buClr>
                <a:srgbClr val="000000"/>
              </a:buClr>
            </a:pPr>
            <a:fld id="{8022235C-F2BB-49F2-A307-DAF5D2C4A06C}" type="slidenum">
              <a:rPr lang="en-US" smtClean="0">
                <a:solidFill>
                  <a:srgbClr val="FFFFFF"/>
                </a:solidFill>
              </a:rPr>
              <a:pPr fontAlgn="base">
                <a:spcAft>
                  <a:spcPct val="0"/>
                </a:spcAft>
                <a:buClr>
                  <a:srgbClr val="000000"/>
                </a:buClr>
              </a:pPr>
              <a:t>‹#›</a:t>
            </a:fld>
            <a:endParaRPr lang="en-US" dirty="0">
              <a:solidFill>
                <a:srgbClr val="FFFFFF"/>
              </a:solidFill>
            </a:endParaRPr>
          </a:p>
        </p:txBody>
      </p:sp>
      <p:sp>
        <p:nvSpPr>
          <p:cNvPr id="6" name="Text Placeholder 5"/>
          <p:cNvSpPr>
            <a:spLocks noGrp="1"/>
          </p:cNvSpPr>
          <p:nvPr userDrawn="1">
            <p:ph type="body" idx="1"/>
          </p:nvPr>
        </p:nvSpPr>
        <p:spPr>
          <a:xfrm>
            <a:off x="324337" y="1074608"/>
            <a:ext cx="11472672" cy="1665411"/>
          </a:xfrm>
          <a:prstGeom prst="rect">
            <a:avLst/>
          </a:prstGeom>
        </p:spPr>
        <p:txBody>
          <a:bodyPr vert="horz" lIns="34289" tIns="34289" rIns="34289" bIns="34289"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a:spLocks noChangeArrowheads="1"/>
          </p:cNvSpPr>
          <p:nvPr userDrawn="1"/>
        </p:nvSpPr>
        <p:spPr bwMode="auto">
          <a:xfrm>
            <a:off x="3191" y="4005265"/>
            <a:ext cx="8972551"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9" tIns="45719" rIns="91439" bIns="45719"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pic>
        <p:nvPicPr>
          <p:cNvPr id="199698" name="Picture 19969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8137" y="6188649"/>
            <a:ext cx="872243" cy="249881"/>
          </a:xfrm>
          <a:prstGeom prst="rect">
            <a:avLst/>
          </a:prstGeom>
        </p:spPr>
      </p:pic>
    </p:spTree>
    <p:extLst>
      <p:ext uri="{BB962C8B-B14F-4D97-AF65-F5344CB8AC3E}">
        <p14:creationId xmlns:p14="http://schemas.microsoft.com/office/powerpoint/2010/main" val="1060904892"/>
      </p:ext>
    </p:extLst>
  </p:cSld>
  <p:clrMap bg1="lt1" tx1="dk1" bg2="lt2" tx2="dk2" accent1="accent1" accent2="accent2" accent3="accent3" accent4="accent4" accent5="accent5" accent6="accent6" hlink="hlink" folHlink="folHlink"/>
  <p:sldLayoutIdLst>
    <p:sldLayoutId id="214748368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rtl="0" eaLnBrk="1" fontAlgn="base" hangingPunct="1">
        <a:lnSpc>
          <a:spcPct val="90000"/>
        </a:lnSpc>
        <a:spcBef>
          <a:spcPct val="0"/>
        </a:spcBef>
        <a:spcAft>
          <a:spcPct val="0"/>
        </a:spcAft>
        <a:defRPr sz="4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2533" b="1">
          <a:solidFill>
            <a:srgbClr val="000000"/>
          </a:solidFill>
          <a:latin typeface="Arial" charset="0"/>
        </a:defRPr>
      </a:lvl2pPr>
      <a:lvl3pPr algn="l" rtl="0" eaLnBrk="1" fontAlgn="base" hangingPunct="1">
        <a:lnSpc>
          <a:spcPct val="90000"/>
        </a:lnSpc>
        <a:spcBef>
          <a:spcPct val="0"/>
        </a:spcBef>
        <a:spcAft>
          <a:spcPct val="0"/>
        </a:spcAft>
        <a:defRPr sz="2533" b="1">
          <a:solidFill>
            <a:srgbClr val="000000"/>
          </a:solidFill>
          <a:latin typeface="Arial" charset="0"/>
        </a:defRPr>
      </a:lvl3pPr>
      <a:lvl4pPr algn="l" rtl="0" eaLnBrk="1" fontAlgn="base" hangingPunct="1">
        <a:lnSpc>
          <a:spcPct val="90000"/>
        </a:lnSpc>
        <a:spcBef>
          <a:spcPct val="0"/>
        </a:spcBef>
        <a:spcAft>
          <a:spcPct val="0"/>
        </a:spcAft>
        <a:defRPr sz="2533" b="1">
          <a:solidFill>
            <a:srgbClr val="000000"/>
          </a:solidFill>
          <a:latin typeface="Arial" charset="0"/>
        </a:defRPr>
      </a:lvl4pPr>
      <a:lvl5pPr algn="l" rtl="0" eaLnBrk="1" fontAlgn="base" hangingPunct="1">
        <a:lnSpc>
          <a:spcPct val="90000"/>
        </a:lnSpc>
        <a:spcBef>
          <a:spcPct val="0"/>
        </a:spcBef>
        <a:spcAft>
          <a:spcPct val="0"/>
        </a:spcAft>
        <a:defRPr sz="2533" b="1">
          <a:solidFill>
            <a:srgbClr val="000000"/>
          </a:solidFill>
          <a:latin typeface="Arial" charset="0"/>
        </a:defRPr>
      </a:lvl5pPr>
      <a:lvl6pPr marL="457178" algn="l" rtl="0" eaLnBrk="1" fontAlgn="base" hangingPunct="1">
        <a:lnSpc>
          <a:spcPct val="90000"/>
        </a:lnSpc>
        <a:spcBef>
          <a:spcPct val="0"/>
        </a:spcBef>
        <a:spcAft>
          <a:spcPct val="0"/>
        </a:spcAft>
        <a:defRPr sz="2533" b="1">
          <a:solidFill>
            <a:srgbClr val="000000"/>
          </a:solidFill>
          <a:latin typeface="Arial" charset="0"/>
        </a:defRPr>
      </a:lvl6pPr>
      <a:lvl7pPr marL="914354" algn="l" rtl="0" eaLnBrk="1" fontAlgn="base" hangingPunct="1">
        <a:lnSpc>
          <a:spcPct val="90000"/>
        </a:lnSpc>
        <a:spcBef>
          <a:spcPct val="0"/>
        </a:spcBef>
        <a:spcAft>
          <a:spcPct val="0"/>
        </a:spcAft>
        <a:defRPr sz="2533" b="1">
          <a:solidFill>
            <a:srgbClr val="000000"/>
          </a:solidFill>
          <a:latin typeface="Arial" charset="0"/>
        </a:defRPr>
      </a:lvl7pPr>
      <a:lvl8pPr marL="1371532" algn="l" rtl="0" eaLnBrk="1" fontAlgn="base" hangingPunct="1">
        <a:lnSpc>
          <a:spcPct val="90000"/>
        </a:lnSpc>
        <a:spcBef>
          <a:spcPct val="0"/>
        </a:spcBef>
        <a:spcAft>
          <a:spcPct val="0"/>
        </a:spcAft>
        <a:defRPr sz="2533" b="1">
          <a:solidFill>
            <a:srgbClr val="000000"/>
          </a:solidFill>
          <a:latin typeface="Arial" charset="0"/>
        </a:defRPr>
      </a:lvl8pPr>
      <a:lvl9pPr marL="1828709" algn="l" rtl="0" eaLnBrk="1" fontAlgn="base" hangingPunct="1">
        <a:lnSpc>
          <a:spcPct val="90000"/>
        </a:lnSpc>
        <a:spcBef>
          <a:spcPct val="0"/>
        </a:spcBef>
        <a:spcAft>
          <a:spcPct val="0"/>
        </a:spcAft>
        <a:defRPr sz="2533" b="1">
          <a:solidFill>
            <a:srgbClr val="000000"/>
          </a:solidFill>
          <a:latin typeface="Arial" charset="0"/>
        </a:defRPr>
      </a:lvl9pPr>
    </p:titleStyle>
    <p:bodyStyle>
      <a:lvl1pPr algn="l" rtl="0" eaLnBrk="1" fontAlgn="base" hangingPunct="1">
        <a:lnSpc>
          <a:spcPct val="100000"/>
        </a:lnSpc>
        <a:spcBef>
          <a:spcPts val="300"/>
        </a:spcBef>
        <a:spcAft>
          <a:spcPts val="400"/>
        </a:spcAft>
        <a:buClr>
          <a:schemeClr val="accent5">
            <a:lumMod val="50000"/>
          </a:schemeClr>
        </a:buClr>
        <a:buFont typeface="Webdings" pitchFamily="18" charset="2"/>
        <a:buNone/>
        <a:defRPr lang="en-US" sz="1867" dirty="0" smtClean="0">
          <a:solidFill>
            <a:schemeClr val="tx2">
              <a:lumMod val="75000"/>
              <a:lumOff val="25000"/>
            </a:schemeClr>
          </a:solidFill>
          <a:latin typeface="+mn-lt"/>
          <a:ea typeface="+mn-ea"/>
          <a:cs typeface="Arial" pitchFamily="34" charset="0"/>
        </a:defRPr>
      </a:lvl1pPr>
      <a:lvl2pPr marL="227002" indent="-225414" algn="l" rtl="0" eaLnBrk="1" fontAlgn="base" hangingPunct="1">
        <a:lnSpc>
          <a:spcPct val="100000"/>
        </a:lnSpc>
        <a:spcBef>
          <a:spcPts val="300"/>
        </a:spcBef>
        <a:spcAft>
          <a:spcPts val="400"/>
        </a:spcAft>
        <a:buClr>
          <a:schemeClr val="accent1"/>
        </a:buClr>
        <a:buSzPct val="101000"/>
        <a:buFont typeface="Arial" panose="020B0604020202020204" pitchFamily="34" charset="0"/>
        <a:buChar char="•"/>
        <a:defRPr lang="en-US" sz="1867" dirty="0" smtClean="0">
          <a:solidFill>
            <a:schemeClr val="tx2">
              <a:lumMod val="75000"/>
              <a:lumOff val="25000"/>
            </a:schemeClr>
          </a:solidFill>
          <a:latin typeface="+mn-lt"/>
          <a:cs typeface="Arial" pitchFamily="34" charset="0"/>
        </a:defRPr>
      </a:lvl2pPr>
      <a:lvl3pPr marL="461939" indent="-234939" algn="l" rtl="0" eaLnBrk="1" fontAlgn="base" hangingPunct="1">
        <a:lnSpc>
          <a:spcPct val="100000"/>
        </a:lnSpc>
        <a:spcBef>
          <a:spcPts val="300"/>
        </a:spcBef>
        <a:spcAft>
          <a:spcPts val="400"/>
        </a:spcAft>
        <a:buClr>
          <a:schemeClr val="accent1"/>
        </a:buClr>
        <a:buSzPct val="80000"/>
        <a:buFont typeface="Arial" pitchFamily="34" charset="0"/>
        <a:buChar char="–"/>
        <a:defRPr lang="en-US" sz="1600" dirty="0" smtClean="0">
          <a:solidFill>
            <a:schemeClr val="tx2">
              <a:lumMod val="75000"/>
              <a:lumOff val="25000"/>
            </a:schemeClr>
          </a:solidFill>
          <a:latin typeface="+mn-lt"/>
          <a:cs typeface="Arial" pitchFamily="34" charset="0"/>
        </a:defRPr>
      </a:lvl3pPr>
      <a:lvl4pPr marL="687353" indent="-225414" algn="l" rtl="0" eaLnBrk="1" fontAlgn="base" hangingPunct="1">
        <a:lnSpc>
          <a:spcPct val="100000"/>
        </a:lnSpc>
        <a:spcBef>
          <a:spcPts val="300"/>
        </a:spcBef>
        <a:spcAft>
          <a:spcPts val="400"/>
        </a:spcAft>
        <a:buClr>
          <a:schemeClr val="accent1"/>
        </a:buClr>
        <a:buSzPct val="80000"/>
        <a:buFont typeface="Arial" pitchFamily="34" charset="0"/>
        <a:buChar char="•"/>
        <a:defRPr lang="en-US" sz="1467" dirty="0" smtClean="0">
          <a:solidFill>
            <a:schemeClr val="tx2">
              <a:lumMod val="75000"/>
              <a:lumOff val="25000"/>
            </a:schemeClr>
          </a:solidFill>
          <a:latin typeface="+mn-lt"/>
          <a:cs typeface="Arial" pitchFamily="34" charset="0"/>
        </a:defRPr>
      </a:lvl4pPr>
      <a:lvl5pPr marL="914354" indent="-227002" algn="l" rtl="0" eaLnBrk="1" fontAlgn="base" hangingPunct="1">
        <a:lnSpc>
          <a:spcPct val="100000"/>
        </a:lnSpc>
        <a:spcBef>
          <a:spcPts val="300"/>
        </a:spcBef>
        <a:spcAft>
          <a:spcPts val="400"/>
        </a:spcAft>
        <a:buClr>
          <a:schemeClr val="accent1"/>
        </a:buClr>
        <a:buSzPct val="60000"/>
        <a:buFont typeface="Arial" pitchFamily="34" charset="0"/>
        <a:buChar char="–"/>
        <a:defRPr lang="en-US" sz="1200" dirty="0" smtClean="0">
          <a:solidFill>
            <a:schemeClr val="tx2">
              <a:lumMod val="75000"/>
              <a:lumOff val="25000"/>
            </a:schemeClr>
          </a:solidFill>
          <a:latin typeface="+mn-lt"/>
          <a:cs typeface="Arial" pitchFamily="34" charset="0"/>
        </a:defRPr>
      </a:lvl5pPr>
      <a:lvl6pPr marL="2112858"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2570034"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3027211"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3484389"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1" y="6528530"/>
            <a:ext cx="11871960" cy="271689"/>
            <a:chOff x="121024" y="4412607"/>
            <a:chExt cx="11423276" cy="321184"/>
          </a:xfrm>
        </p:grpSpPr>
        <p:sp>
          <p:nvSpPr>
            <p:cNvPr id="11" name="Rectangle 5"/>
            <p:cNvSpPr>
              <a:spLocks noChangeArrowheads="1"/>
            </p:cNvSpPr>
            <p:nvPr userDrawn="1"/>
          </p:nvSpPr>
          <p:spPr bwMode="auto">
            <a:xfrm>
              <a:off x="121024" y="4412607"/>
              <a:ext cx="11423276" cy="321184"/>
            </a:xfrm>
            <a:prstGeom prst="rect">
              <a:avLst/>
            </a:prstGeom>
            <a:solidFill>
              <a:srgbClr val="59595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5" name="Freeform 14"/>
            <p:cNvSpPr/>
            <p:nvPr userDrawn="1"/>
          </p:nvSpPr>
          <p:spPr bwMode="auto">
            <a:xfrm>
              <a:off x="121024" y="4566387"/>
              <a:ext cx="11365992" cy="0"/>
            </a:xfrm>
            <a:custGeom>
              <a:avLst/>
              <a:gdLst>
                <a:gd name="connsiteX0" fmla="*/ 11391900 w 11391900"/>
                <a:gd name="connsiteY0" fmla="*/ 0 h 0"/>
                <a:gd name="connsiteX1" fmla="*/ 0 w 11391900"/>
                <a:gd name="connsiteY1" fmla="*/ 0 h 0"/>
              </a:gdLst>
              <a:ahLst/>
              <a:cxnLst>
                <a:cxn ang="0">
                  <a:pos x="connsiteX0" y="connsiteY0"/>
                </a:cxn>
                <a:cxn ang="0">
                  <a:pos x="connsiteX1" y="connsiteY1"/>
                </a:cxn>
              </a:cxnLst>
              <a:rect l="l" t="t" r="r" b="b"/>
              <a:pathLst>
                <a:path w="11391900">
                  <a:moveTo>
                    <a:pt x="11391900" y="0"/>
                  </a:moveTo>
                  <a:lnTo>
                    <a:pt x="0" y="0"/>
                  </a:lnTo>
                </a:path>
              </a:pathLst>
            </a:custGeom>
            <a:noFill/>
            <a:ln w="22225" cap="flat" cmpd="sng" algn="ctr">
              <a:solidFill>
                <a:srgbClr val="987E41"/>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354" fontAlgn="base">
                <a:spcBef>
                  <a:spcPct val="0"/>
                </a:spcBef>
                <a:spcAft>
                  <a:spcPct val="0"/>
                </a:spcAft>
              </a:pPr>
              <a:endParaRPr lang="en-US" sz="2400" dirty="0">
                <a:solidFill>
                  <a:srgbClr val="000000"/>
                </a:solidFill>
                <a:latin typeface="Times New Roman" pitchFamily="18" charset="0"/>
              </a:endParaRPr>
            </a:p>
          </p:txBody>
        </p:sp>
      </p:grpSp>
      <p:grpSp>
        <p:nvGrpSpPr>
          <p:cNvPr id="199695" name="Group 199694"/>
          <p:cNvGrpSpPr/>
          <p:nvPr userDrawn="1"/>
        </p:nvGrpSpPr>
        <p:grpSpPr>
          <a:xfrm>
            <a:off x="11769468" y="6453960"/>
            <a:ext cx="376155" cy="376880"/>
            <a:chOff x="7497763" y="3830638"/>
            <a:chExt cx="2471738" cy="2476500"/>
          </a:xfrm>
        </p:grpSpPr>
        <p:sp>
          <p:nvSpPr>
            <p:cNvPr id="199692" name="Oval 41"/>
            <p:cNvSpPr>
              <a:spLocks noChangeArrowheads="1"/>
            </p:cNvSpPr>
            <p:nvPr userDrawn="1"/>
          </p:nvSpPr>
          <p:spPr bwMode="auto">
            <a:xfrm>
              <a:off x="7497763" y="3830638"/>
              <a:ext cx="2471738" cy="24765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sp>
          <p:nvSpPr>
            <p:cNvPr id="199693" name="Freeform 42"/>
            <p:cNvSpPr>
              <a:spLocks/>
            </p:cNvSpPr>
            <p:nvPr userDrawn="1"/>
          </p:nvSpPr>
          <p:spPr bwMode="auto">
            <a:xfrm>
              <a:off x="7678738" y="4011613"/>
              <a:ext cx="2109788" cy="2114550"/>
            </a:xfrm>
            <a:custGeom>
              <a:avLst/>
              <a:gdLst>
                <a:gd name="T0" fmla="*/ 617 w 618"/>
                <a:gd name="T1" fmla="*/ 308 h 617"/>
                <a:gd name="T2" fmla="*/ 310 w 618"/>
                <a:gd name="T3" fmla="*/ 616 h 617"/>
                <a:gd name="T4" fmla="*/ 1 w 618"/>
                <a:gd name="T5" fmla="*/ 309 h 617"/>
                <a:gd name="T6" fmla="*/ 308 w 618"/>
                <a:gd name="T7" fmla="*/ 0 h 617"/>
                <a:gd name="T8" fmla="*/ 617 w 618"/>
                <a:gd name="T9" fmla="*/ 308 h 617"/>
              </a:gdLst>
              <a:ahLst/>
              <a:cxnLst>
                <a:cxn ang="0">
                  <a:pos x="T0" y="T1"/>
                </a:cxn>
                <a:cxn ang="0">
                  <a:pos x="T2" y="T3"/>
                </a:cxn>
                <a:cxn ang="0">
                  <a:pos x="T4" y="T5"/>
                </a:cxn>
                <a:cxn ang="0">
                  <a:pos x="T6" y="T7"/>
                </a:cxn>
                <a:cxn ang="0">
                  <a:pos x="T8" y="T9"/>
                </a:cxn>
              </a:cxnLst>
              <a:rect l="0" t="0" r="r" b="b"/>
              <a:pathLst>
                <a:path w="618" h="617">
                  <a:moveTo>
                    <a:pt x="617" y="308"/>
                  </a:moveTo>
                  <a:cubicBezTo>
                    <a:pt x="618" y="478"/>
                    <a:pt x="480" y="616"/>
                    <a:pt x="310" y="616"/>
                  </a:cubicBezTo>
                  <a:cubicBezTo>
                    <a:pt x="139" y="617"/>
                    <a:pt x="1" y="479"/>
                    <a:pt x="1" y="309"/>
                  </a:cubicBezTo>
                  <a:cubicBezTo>
                    <a:pt x="0" y="139"/>
                    <a:pt x="138" y="0"/>
                    <a:pt x="308" y="0"/>
                  </a:cubicBezTo>
                  <a:cubicBezTo>
                    <a:pt x="479" y="0"/>
                    <a:pt x="617" y="137"/>
                    <a:pt x="617" y="3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grpSp>
      <p:sp>
        <p:nvSpPr>
          <p:cNvPr id="199682" name="Rectangle 2"/>
          <p:cNvSpPr>
            <a:spLocks noGrp="1" noChangeArrowheads="1"/>
          </p:cNvSpPr>
          <p:nvPr userDrawn="1">
            <p:ph type="title"/>
          </p:nvPr>
        </p:nvSpPr>
        <p:spPr bwMode="auto">
          <a:xfrm>
            <a:off x="286600" y="113853"/>
            <a:ext cx="10154605" cy="831851"/>
          </a:xfrm>
          <a:prstGeom prst="rect">
            <a:avLst/>
          </a:prstGeom>
          <a:noFill/>
          <a:ln w="9525">
            <a:noFill/>
            <a:miter lim="800000"/>
            <a:headEnd/>
            <a:tailEnd/>
          </a:ln>
          <a:effectLst/>
        </p:spPr>
        <p:txBody>
          <a:bodyPr vert="horz" wrap="square" lIns="34289" tIns="34289" rIns="34289" bIns="0" numCol="1" anchor="b" anchorCtr="0" compatLnSpc="1">
            <a:prstTxWarp prst="textNoShape">
              <a:avLst/>
            </a:prstTxWarp>
          </a:bodyPr>
          <a:lstStyle/>
          <a:p>
            <a:pPr lvl="0"/>
            <a:r>
              <a:rPr lang="en-US" dirty="0"/>
              <a:t>Click to edit Master title style</a:t>
            </a:r>
          </a:p>
        </p:txBody>
      </p:sp>
      <p:sp>
        <p:nvSpPr>
          <p:cNvPr id="199684" name="Rectangle 4"/>
          <p:cNvSpPr>
            <a:spLocks noGrp="1" noChangeArrowheads="1"/>
          </p:cNvSpPr>
          <p:nvPr userDrawn="1">
            <p:ph type="sldNum" sz="quarter" idx="4"/>
          </p:nvPr>
        </p:nvSpPr>
        <p:spPr bwMode="auto">
          <a:xfrm>
            <a:off x="11717687" y="6546266"/>
            <a:ext cx="479260" cy="191912"/>
          </a:xfrm>
          <a:prstGeom prst="rect">
            <a:avLst/>
          </a:prstGeom>
          <a:noFill/>
          <a:ln w="9525">
            <a:noFill/>
            <a:miter lim="800000"/>
            <a:headEnd/>
            <a:tailEnd/>
          </a:ln>
          <a:effectLst/>
        </p:spPr>
        <p:txBody>
          <a:bodyPr vert="horz" wrap="square" lIns="13716" tIns="13716" rIns="13716" bIns="13716" numCol="1" anchor="t" anchorCtr="0" compatLnSpc="1">
            <a:prstTxWarp prst="textNoShape">
              <a:avLst/>
            </a:prstTxWarp>
            <a:spAutoFit/>
          </a:bodyPr>
          <a:lstStyle>
            <a:lvl1pPr algn="ctr">
              <a:spcBef>
                <a:spcPct val="20000"/>
              </a:spcBef>
              <a:buClr>
                <a:schemeClr val="tx1"/>
              </a:buClr>
              <a:buSzPct val="50000"/>
              <a:buFont typeface="Wingdings" pitchFamily="2" charset="2"/>
              <a:buNone/>
              <a:defRPr sz="1067" b="0">
                <a:solidFill>
                  <a:schemeClr val="bg1"/>
                </a:solidFill>
                <a:effectLst/>
                <a:latin typeface="+mj-lt"/>
              </a:defRPr>
            </a:lvl1pPr>
          </a:lstStyle>
          <a:p>
            <a:pPr fontAlgn="base">
              <a:spcAft>
                <a:spcPct val="0"/>
              </a:spcAft>
              <a:buClr>
                <a:srgbClr val="000000"/>
              </a:buClr>
            </a:pPr>
            <a:fld id="{8022235C-F2BB-49F2-A307-DAF5D2C4A06C}" type="slidenum">
              <a:rPr lang="en-US" smtClean="0">
                <a:solidFill>
                  <a:srgbClr val="FFFFFF"/>
                </a:solidFill>
              </a:rPr>
              <a:pPr fontAlgn="base">
                <a:spcAft>
                  <a:spcPct val="0"/>
                </a:spcAft>
                <a:buClr>
                  <a:srgbClr val="000000"/>
                </a:buClr>
              </a:pPr>
              <a:t>‹#›</a:t>
            </a:fld>
            <a:endParaRPr lang="en-US" dirty="0">
              <a:solidFill>
                <a:srgbClr val="FFFFFF"/>
              </a:solidFill>
            </a:endParaRPr>
          </a:p>
        </p:txBody>
      </p:sp>
      <p:sp>
        <p:nvSpPr>
          <p:cNvPr id="6" name="Text Placeholder 5"/>
          <p:cNvSpPr>
            <a:spLocks noGrp="1"/>
          </p:cNvSpPr>
          <p:nvPr userDrawn="1">
            <p:ph type="body" idx="1"/>
          </p:nvPr>
        </p:nvSpPr>
        <p:spPr>
          <a:xfrm>
            <a:off x="324337" y="1074608"/>
            <a:ext cx="11472672" cy="1665411"/>
          </a:xfrm>
          <a:prstGeom prst="rect">
            <a:avLst/>
          </a:prstGeom>
        </p:spPr>
        <p:txBody>
          <a:bodyPr vert="horz" lIns="34289" tIns="34289" rIns="34289" bIns="34289"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a:spLocks noChangeArrowheads="1"/>
          </p:cNvSpPr>
          <p:nvPr userDrawn="1"/>
        </p:nvSpPr>
        <p:spPr bwMode="auto">
          <a:xfrm>
            <a:off x="3191" y="4005265"/>
            <a:ext cx="8972551"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9" tIns="45719" rIns="91439" bIns="45719" numCol="1" anchor="t" anchorCtr="0" compatLnSpc="1">
            <a:prstTxWarp prst="textNoShape">
              <a:avLst/>
            </a:prstTxWarp>
          </a:bodyPr>
          <a:lstStyle/>
          <a:p>
            <a:pPr fontAlgn="base">
              <a:spcBef>
                <a:spcPct val="0"/>
              </a:spcBef>
              <a:spcAft>
                <a:spcPct val="0"/>
              </a:spcAft>
            </a:pPr>
            <a:endParaRPr lang="en-US" sz="2400" dirty="0">
              <a:solidFill>
                <a:srgbClr val="000000"/>
              </a:solidFill>
              <a:latin typeface="Times New Roman" pitchFamily="18" charset="0"/>
            </a:endParaRPr>
          </a:p>
        </p:txBody>
      </p:sp>
      <p:pic>
        <p:nvPicPr>
          <p:cNvPr id="199698" name="Picture 19969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8138" y="6241686"/>
            <a:ext cx="687110" cy="196844"/>
          </a:xfrm>
          <a:prstGeom prst="rect">
            <a:avLst/>
          </a:prstGeom>
        </p:spPr>
      </p:pic>
    </p:spTree>
    <p:extLst>
      <p:ext uri="{BB962C8B-B14F-4D97-AF65-F5344CB8AC3E}">
        <p14:creationId xmlns:p14="http://schemas.microsoft.com/office/powerpoint/2010/main" val="370375613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rtl="0" eaLnBrk="1" fontAlgn="base" hangingPunct="1">
        <a:lnSpc>
          <a:spcPct val="90000"/>
        </a:lnSpc>
        <a:spcBef>
          <a:spcPct val="0"/>
        </a:spcBef>
        <a:spcAft>
          <a:spcPct val="0"/>
        </a:spcAft>
        <a:defRPr sz="4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2533" b="1">
          <a:solidFill>
            <a:srgbClr val="000000"/>
          </a:solidFill>
          <a:latin typeface="Arial" charset="0"/>
        </a:defRPr>
      </a:lvl2pPr>
      <a:lvl3pPr algn="l" rtl="0" eaLnBrk="1" fontAlgn="base" hangingPunct="1">
        <a:lnSpc>
          <a:spcPct val="90000"/>
        </a:lnSpc>
        <a:spcBef>
          <a:spcPct val="0"/>
        </a:spcBef>
        <a:spcAft>
          <a:spcPct val="0"/>
        </a:spcAft>
        <a:defRPr sz="2533" b="1">
          <a:solidFill>
            <a:srgbClr val="000000"/>
          </a:solidFill>
          <a:latin typeface="Arial" charset="0"/>
        </a:defRPr>
      </a:lvl3pPr>
      <a:lvl4pPr algn="l" rtl="0" eaLnBrk="1" fontAlgn="base" hangingPunct="1">
        <a:lnSpc>
          <a:spcPct val="90000"/>
        </a:lnSpc>
        <a:spcBef>
          <a:spcPct val="0"/>
        </a:spcBef>
        <a:spcAft>
          <a:spcPct val="0"/>
        </a:spcAft>
        <a:defRPr sz="2533" b="1">
          <a:solidFill>
            <a:srgbClr val="000000"/>
          </a:solidFill>
          <a:latin typeface="Arial" charset="0"/>
        </a:defRPr>
      </a:lvl4pPr>
      <a:lvl5pPr algn="l" rtl="0" eaLnBrk="1" fontAlgn="base" hangingPunct="1">
        <a:lnSpc>
          <a:spcPct val="90000"/>
        </a:lnSpc>
        <a:spcBef>
          <a:spcPct val="0"/>
        </a:spcBef>
        <a:spcAft>
          <a:spcPct val="0"/>
        </a:spcAft>
        <a:defRPr sz="2533" b="1">
          <a:solidFill>
            <a:srgbClr val="000000"/>
          </a:solidFill>
          <a:latin typeface="Arial" charset="0"/>
        </a:defRPr>
      </a:lvl5pPr>
      <a:lvl6pPr marL="457178" algn="l" rtl="0" eaLnBrk="1" fontAlgn="base" hangingPunct="1">
        <a:lnSpc>
          <a:spcPct val="90000"/>
        </a:lnSpc>
        <a:spcBef>
          <a:spcPct val="0"/>
        </a:spcBef>
        <a:spcAft>
          <a:spcPct val="0"/>
        </a:spcAft>
        <a:defRPr sz="2533" b="1">
          <a:solidFill>
            <a:srgbClr val="000000"/>
          </a:solidFill>
          <a:latin typeface="Arial" charset="0"/>
        </a:defRPr>
      </a:lvl6pPr>
      <a:lvl7pPr marL="914354" algn="l" rtl="0" eaLnBrk="1" fontAlgn="base" hangingPunct="1">
        <a:lnSpc>
          <a:spcPct val="90000"/>
        </a:lnSpc>
        <a:spcBef>
          <a:spcPct val="0"/>
        </a:spcBef>
        <a:spcAft>
          <a:spcPct val="0"/>
        </a:spcAft>
        <a:defRPr sz="2533" b="1">
          <a:solidFill>
            <a:srgbClr val="000000"/>
          </a:solidFill>
          <a:latin typeface="Arial" charset="0"/>
        </a:defRPr>
      </a:lvl7pPr>
      <a:lvl8pPr marL="1371532" algn="l" rtl="0" eaLnBrk="1" fontAlgn="base" hangingPunct="1">
        <a:lnSpc>
          <a:spcPct val="90000"/>
        </a:lnSpc>
        <a:spcBef>
          <a:spcPct val="0"/>
        </a:spcBef>
        <a:spcAft>
          <a:spcPct val="0"/>
        </a:spcAft>
        <a:defRPr sz="2533" b="1">
          <a:solidFill>
            <a:srgbClr val="000000"/>
          </a:solidFill>
          <a:latin typeface="Arial" charset="0"/>
        </a:defRPr>
      </a:lvl8pPr>
      <a:lvl9pPr marL="1828709" algn="l" rtl="0" eaLnBrk="1" fontAlgn="base" hangingPunct="1">
        <a:lnSpc>
          <a:spcPct val="90000"/>
        </a:lnSpc>
        <a:spcBef>
          <a:spcPct val="0"/>
        </a:spcBef>
        <a:spcAft>
          <a:spcPct val="0"/>
        </a:spcAft>
        <a:defRPr sz="2533" b="1">
          <a:solidFill>
            <a:srgbClr val="000000"/>
          </a:solidFill>
          <a:latin typeface="Arial" charset="0"/>
        </a:defRPr>
      </a:lvl9pPr>
    </p:titleStyle>
    <p:bodyStyle>
      <a:lvl1pPr algn="l" rtl="0" eaLnBrk="1" fontAlgn="base" hangingPunct="1">
        <a:lnSpc>
          <a:spcPct val="100000"/>
        </a:lnSpc>
        <a:spcBef>
          <a:spcPts val="300"/>
        </a:spcBef>
        <a:spcAft>
          <a:spcPts val="400"/>
        </a:spcAft>
        <a:buClr>
          <a:schemeClr val="accent5">
            <a:lumMod val="50000"/>
          </a:schemeClr>
        </a:buClr>
        <a:buFont typeface="Webdings" pitchFamily="18" charset="2"/>
        <a:buNone/>
        <a:defRPr lang="en-US" sz="1867" dirty="0" smtClean="0">
          <a:solidFill>
            <a:schemeClr val="tx2">
              <a:lumMod val="75000"/>
              <a:lumOff val="25000"/>
            </a:schemeClr>
          </a:solidFill>
          <a:latin typeface="+mn-lt"/>
          <a:ea typeface="+mn-ea"/>
          <a:cs typeface="Arial" pitchFamily="34" charset="0"/>
        </a:defRPr>
      </a:lvl1pPr>
      <a:lvl2pPr marL="227002" indent="-225414" algn="l" rtl="0" eaLnBrk="1" fontAlgn="base" hangingPunct="1">
        <a:lnSpc>
          <a:spcPct val="100000"/>
        </a:lnSpc>
        <a:spcBef>
          <a:spcPts val="300"/>
        </a:spcBef>
        <a:spcAft>
          <a:spcPts val="400"/>
        </a:spcAft>
        <a:buClr>
          <a:schemeClr val="accent1"/>
        </a:buClr>
        <a:buSzPct val="101000"/>
        <a:buFont typeface="Arial" panose="020B0604020202020204" pitchFamily="34" charset="0"/>
        <a:buChar char="•"/>
        <a:defRPr lang="en-US" sz="1867" dirty="0" smtClean="0">
          <a:solidFill>
            <a:schemeClr val="tx2">
              <a:lumMod val="75000"/>
              <a:lumOff val="25000"/>
            </a:schemeClr>
          </a:solidFill>
          <a:latin typeface="+mn-lt"/>
          <a:cs typeface="Arial" pitchFamily="34" charset="0"/>
        </a:defRPr>
      </a:lvl2pPr>
      <a:lvl3pPr marL="461939" indent="-234939" algn="l" rtl="0" eaLnBrk="1" fontAlgn="base" hangingPunct="1">
        <a:lnSpc>
          <a:spcPct val="100000"/>
        </a:lnSpc>
        <a:spcBef>
          <a:spcPts val="300"/>
        </a:spcBef>
        <a:spcAft>
          <a:spcPts val="400"/>
        </a:spcAft>
        <a:buClr>
          <a:schemeClr val="accent1"/>
        </a:buClr>
        <a:buSzPct val="80000"/>
        <a:buFont typeface="Arial" pitchFamily="34" charset="0"/>
        <a:buChar char="–"/>
        <a:defRPr lang="en-US" sz="1600" dirty="0" smtClean="0">
          <a:solidFill>
            <a:schemeClr val="tx2">
              <a:lumMod val="75000"/>
              <a:lumOff val="25000"/>
            </a:schemeClr>
          </a:solidFill>
          <a:latin typeface="+mn-lt"/>
          <a:cs typeface="Arial" pitchFamily="34" charset="0"/>
        </a:defRPr>
      </a:lvl3pPr>
      <a:lvl4pPr marL="687353" indent="-225414" algn="l" rtl="0" eaLnBrk="1" fontAlgn="base" hangingPunct="1">
        <a:lnSpc>
          <a:spcPct val="100000"/>
        </a:lnSpc>
        <a:spcBef>
          <a:spcPts val="300"/>
        </a:spcBef>
        <a:spcAft>
          <a:spcPts val="400"/>
        </a:spcAft>
        <a:buClr>
          <a:schemeClr val="accent1"/>
        </a:buClr>
        <a:buSzPct val="80000"/>
        <a:buFont typeface="Arial" pitchFamily="34" charset="0"/>
        <a:buChar char="•"/>
        <a:defRPr lang="en-US" sz="1467" dirty="0" smtClean="0">
          <a:solidFill>
            <a:schemeClr val="tx2">
              <a:lumMod val="75000"/>
              <a:lumOff val="25000"/>
            </a:schemeClr>
          </a:solidFill>
          <a:latin typeface="+mn-lt"/>
          <a:cs typeface="Arial" pitchFamily="34" charset="0"/>
        </a:defRPr>
      </a:lvl4pPr>
      <a:lvl5pPr marL="914354" indent="-227002" algn="l" rtl="0" eaLnBrk="1" fontAlgn="base" hangingPunct="1">
        <a:lnSpc>
          <a:spcPct val="100000"/>
        </a:lnSpc>
        <a:spcBef>
          <a:spcPts val="300"/>
        </a:spcBef>
        <a:spcAft>
          <a:spcPts val="400"/>
        </a:spcAft>
        <a:buClr>
          <a:schemeClr val="accent1"/>
        </a:buClr>
        <a:buSzPct val="60000"/>
        <a:buFont typeface="Arial" pitchFamily="34" charset="0"/>
        <a:buChar char="–"/>
        <a:defRPr lang="en-US" sz="1200" dirty="0" smtClean="0">
          <a:solidFill>
            <a:schemeClr val="tx2">
              <a:lumMod val="75000"/>
              <a:lumOff val="25000"/>
            </a:schemeClr>
          </a:solidFill>
          <a:latin typeface="+mn-lt"/>
          <a:cs typeface="Arial" pitchFamily="34" charset="0"/>
        </a:defRPr>
      </a:lvl5pPr>
      <a:lvl6pPr marL="2112858"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2570034"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3027211"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3484389"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2.png"/><Relationship Id="rId2" Type="http://schemas.openxmlformats.org/officeDocument/2006/relationships/notesSlide" Target="../notesSlides/notesSlide19.xml"/><Relationship Id="rId16" Type="http://schemas.openxmlformats.org/officeDocument/2006/relationships/image" Target="../media/image25.png"/><Relationship Id="rId1" Type="http://schemas.openxmlformats.org/officeDocument/2006/relationships/slideLayout" Target="../slideLayouts/slideLayout11.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hyperlink" Target="https://ntta.diversitycompliance.com/" TargetMode="External"/><Relationship Id="rId14" Type="http://schemas.openxmlformats.org/officeDocument/2006/relationships/hyperlink" Target="mailto:businessdiversity@ntta.org"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29.png"/><Relationship Id="rId7" Type="http://schemas.openxmlformats.org/officeDocument/2006/relationships/image" Target="../media/image31.emf"/><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oleObject" Target="../embeddings/oleObject2.bin"/><Relationship Id="rId5" Type="http://schemas.openxmlformats.org/officeDocument/2006/relationships/image" Target="../media/image30.emf"/><Relationship Id="rId4"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ntta.diversitycompliance.com/" TargetMode="External"/><Relationship Id="rId7" Type="http://schemas.openxmlformats.org/officeDocument/2006/relationships/hyperlink" Target="https://www.ntta.org/procurement/busdiv/complianceandresources/Documents/2019/BusinessDiversityDepartmentContractingComplianceManual.pdf"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hyperlink" Target="https://www.ntta.org/procurement/business-diversity" TargetMode="External"/><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954656" y="2092568"/>
            <a:ext cx="4883856" cy="808893"/>
          </a:xfrm>
        </p:spPr>
        <p:txBody>
          <a:bodyPr/>
          <a:lstStyle/>
          <a:p>
            <a:r>
              <a:rPr lang="en-US" dirty="0"/>
              <a:t>Pre-Bid</a:t>
            </a:r>
            <a:r>
              <a:rPr lang="en-US" dirty="0">
                <a:solidFill>
                  <a:srgbClr val="FF0000"/>
                </a:solidFill>
              </a:rPr>
              <a:t> </a:t>
            </a:r>
            <a:r>
              <a:rPr lang="en-US" dirty="0"/>
              <a:t>Conference</a:t>
            </a:r>
            <a:br>
              <a:rPr lang="en-US" sz="1000" dirty="0"/>
            </a:br>
            <a:endParaRPr lang="en-US" sz="2200" dirty="0">
              <a:solidFill>
                <a:srgbClr val="FF0000"/>
              </a:solidFill>
            </a:endParaRPr>
          </a:p>
        </p:txBody>
      </p:sp>
      <p:sp>
        <p:nvSpPr>
          <p:cNvPr id="4" name="Subtitle 9"/>
          <p:cNvSpPr txBox="1">
            <a:spLocks/>
          </p:cNvSpPr>
          <p:nvPr/>
        </p:nvSpPr>
        <p:spPr>
          <a:xfrm>
            <a:off x="6954656" y="4028309"/>
            <a:ext cx="4883856" cy="811760"/>
          </a:xfrm>
          <a:prstGeom prst="rect">
            <a:avLst/>
          </a:prstGeom>
        </p:spPr>
        <p:txBody>
          <a:bodyPr vert="horz" wrap="square" lIns="68579" tIns="0" rIns="68579" bIns="34289" rtlCol="0">
            <a:spAutoFit/>
          </a:bodyPr>
          <a:lstStyle>
            <a:lvl1pPr algn="l" rtl="0" eaLnBrk="1" fontAlgn="base" hangingPunct="1">
              <a:lnSpc>
                <a:spcPct val="100000"/>
              </a:lnSpc>
              <a:spcBef>
                <a:spcPts val="300"/>
              </a:spcBef>
              <a:spcAft>
                <a:spcPts val="400"/>
              </a:spcAft>
              <a:buClr>
                <a:schemeClr val="accent5">
                  <a:lumMod val="50000"/>
                </a:schemeClr>
              </a:buClr>
              <a:buFont typeface="Webdings" pitchFamily="18" charset="2"/>
              <a:buNone/>
              <a:tabLst>
                <a:tab pos="1025474" algn="l"/>
              </a:tabLst>
              <a:defRPr lang="en-US" sz="1200" b="0" i="0">
                <a:solidFill>
                  <a:schemeClr val="bg1"/>
                </a:solidFill>
                <a:latin typeface="+mn-lt"/>
                <a:ea typeface="+mn-ea"/>
                <a:cs typeface="Arial" pitchFamily="34" charset="0"/>
              </a:defRPr>
            </a:lvl1pPr>
            <a:lvl2pPr marL="227002" indent="-225414" algn="l" rtl="0" eaLnBrk="1" fontAlgn="base" hangingPunct="1">
              <a:lnSpc>
                <a:spcPct val="100000"/>
              </a:lnSpc>
              <a:spcBef>
                <a:spcPts val="300"/>
              </a:spcBef>
              <a:spcAft>
                <a:spcPts val="400"/>
              </a:spcAft>
              <a:buClr>
                <a:schemeClr val="accent1"/>
              </a:buClr>
              <a:buSzPct val="101000"/>
              <a:buFont typeface="Arial" panose="020B0604020202020204" pitchFamily="34" charset="0"/>
              <a:buChar char="•"/>
              <a:defRPr lang="en-US" sz="1867" dirty="0" smtClean="0">
                <a:solidFill>
                  <a:schemeClr val="tx2">
                    <a:lumMod val="75000"/>
                    <a:lumOff val="25000"/>
                  </a:schemeClr>
                </a:solidFill>
                <a:latin typeface="+mn-lt"/>
                <a:cs typeface="Arial" pitchFamily="34" charset="0"/>
              </a:defRPr>
            </a:lvl2pPr>
            <a:lvl3pPr marL="461939" indent="-234939" algn="l" rtl="0" eaLnBrk="1" fontAlgn="base" hangingPunct="1">
              <a:lnSpc>
                <a:spcPct val="100000"/>
              </a:lnSpc>
              <a:spcBef>
                <a:spcPts val="300"/>
              </a:spcBef>
              <a:spcAft>
                <a:spcPts val="400"/>
              </a:spcAft>
              <a:buClr>
                <a:schemeClr val="accent1"/>
              </a:buClr>
              <a:buSzPct val="80000"/>
              <a:buFont typeface="Arial" pitchFamily="34" charset="0"/>
              <a:buChar char="–"/>
              <a:defRPr lang="en-US" sz="1600" dirty="0" smtClean="0">
                <a:solidFill>
                  <a:schemeClr val="tx2">
                    <a:lumMod val="75000"/>
                    <a:lumOff val="25000"/>
                  </a:schemeClr>
                </a:solidFill>
                <a:latin typeface="+mn-lt"/>
                <a:cs typeface="Arial" pitchFamily="34" charset="0"/>
              </a:defRPr>
            </a:lvl3pPr>
            <a:lvl4pPr marL="687353" indent="-225414" algn="l" rtl="0" eaLnBrk="1" fontAlgn="base" hangingPunct="1">
              <a:lnSpc>
                <a:spcPct val="100000"/>
              </a:lnSpc>
              <a:spcBef>
                <a:spcPts val="300"/>
              </a:spcBef>
              <a:spcAft>
                <a:spcPts val="400"/>
              </a:spcAft>
              <a:buClr>
                <a:schemeClr val="accent1"/>
              </a:buClr>
              <a:buSzPct val="80000"/>
              <a:buFont typeface="Arial" pitchFamily="34" charset="0"/>
              <a:buChar char="•"/>
              <a:defRPr lang="en-US" sz="1467" dirty="0" smtClean="0">
                <a:solidFill>
                  <a:schemeClr val="tx2">
                    <a:lumMod val="75000"/>
                    <a:lumOff val="25000"/>
                  </a:schemeClr>
                </a:solidFill>
                <a:latin typeface="+mn-lt"/>
                <a:cs typeface="Arial" pitchFamily="34" charset="0"/>
              </a:defRPr>
            </a:lvl4pPr>
            <a:lvl5pPr marL="914354" indent="-227002" algn="l" rtl="0" eaLnBrk="1" fontAlgn="base" hangingPunct="1">
              <a:lnSpc>
                <a:spcPct val="100000"/>
              </a:lnSpc>
              <a:spcBef>
                <a:spcPts val="300"/>
              </a:spcBef>
              <a:spcAft>
                <a:spcPts val="400"/>
              </a:spcAft>
              <a:buClr>
                <a:schemeClr val="accent1"/>
              </a:buClr>
              <a:buSzPct val="60000"/>
              <a:buFont typeface="Arial" pitchFamily="34" charset="0"/>
              <a:buChar char="–"/>
              <a:defRPr lang="en-US" sz="1200" dirty="0" smtClean="0">
                <a:solidFill>
                  <a:schemeClr val="tx2">
                    <a:lumMod val="75000"/>
                    <a:lumOff val="25000"/>
                  </a:schemeClr>
                </a:solidFill>
                <a:latin typeface="+mn-lt"/>
                <a:cs typeface="Arial" pitchFamily="34" charset="0"/>
              </a:defRPr>
            </a:lvl5pPr>
            <a:lvl6pPr marL="2112858"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2570034"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3027211"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3484389" indent="-398443"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a:spcBef>
                <a:spcPts val="0"/>
              </a:spcBef>
              <a:spcAft>
                <a:spcPts val="0"/>
              </a:spcAft>
            </a:pPr>
            <a:r>
              <a:rPr lang="en-US" sz="1800" b="1" kern="0" dirty="0"/>
              <a:t>Steve Lacasse</a:t>
            </a:r>
          </a:p>
          <a:p>
            <a:pPr>
              <a:spcBef>
                <a:spcPts val="0"/>
              </a:spcBef>
              <a:spcAft>
                <a:spcPts val="0"/>
              </a:spcAft>
            </a:pPr>
            <a:r>
              <a:rPr lang="en-US" sz="1800" kern="0" dirty="0"/>
              <a:t>Sr. Procurement Specialist</a:t>
            </a:r>
          </a:p>
          <a:p>
            <a:endParaRPr lang="en-US" kern="0" dirty="0"/>
          </a:p>
        </p:txBody>
      </p:sp>
      <p:sp>
        <p:nvSpPr>
          <p:cNvPr id="3" name="TextBox 2"/>
          <p:cNvSpPr txBox="1"/>
          <p:nvPr/>
        </p:nvSpPr>
        <p:spPr bwMode="auto">
          <a:xfrm>
            <a:off x="6954656" y="2760784"/>
            <a:ext cx="4695093" cy="1144929"/>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fontAlgn="base">
              <a:spcBef>
                <a:spcPts val="300"/>
              </a:spcBef>
              <a:spcAft>
                <a:spcPts val="400"/>
              </a:spcAft>
              <a:buClr>
                <a:schemeClr val="accent5">
                  <a:lumMod val="50000"/>
                </a:schemeClr>
              </a:buClr>
            </a:pPr>
            <a:r>
              <a:rPr lang="en-US" sz="2400" dirty="0"/>
              <a:t>Janitorial Services for Ancillary Facilities</a:t>
            </a:r>
            <a:br>
              <a:rPr lang="en-US" sz="2400" dirty="0"/>
            </a:br>
            <a:r>
              <a:rPr lang="en-US" sz="2400" dirty="0"/>
              <a:t>RFB No. 06126-NTT-00-GS-MA</a:t>
            </a:r>
            <a:endParaRPr kumimoji="0" lang="en-US" sz="2400" b="0" i="0" u="none" strike="noStrike" kern="0" cap="none" spc="0" normalizeH="0" baseline="0" noProof="0" dirty="0">
              <a:ln>
                <a:noFill/>
              </a:ln>
              <a:effectLst/>
              <a:uLnTx/>
              <a:uFillTx/>
              <a:latin typeface="Calibri" pitchFamily="34" charset="0"/>
              <a:ea typeface="+mn-ea"/>
              <a:cs typeface="+mn-cs"/>
            </a:endParaRPr>
          </a:p>
        </p:txBody>
      </p:sp>
      <p:sp>
        <p:nvSpPr>
          <p:cNvPr id="5" name="TextBox 4"/>
          <p:cNvSpPr txBox="1"/>
          <p:nvPr/>
        </p:nvSpPr>
        <p:spPr bwMode="auto">
          <a:xfrm>
            <a:off x="7016261" y="4818459"/>
            <a:ext cx="3991708" cy="714042"/>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a:spcBef>
                <a:spcPts val="0"/>
              </a:spcBef>
              <a:spcAft>
                <a:spcPts val="0"/>
              </a:spcAft>
            </a:pPr>
            <a:r>
              <a:rPr lang="en-US" sz="2200" kern="0" dirty="0"/>
              <a:t>September 20, 2024 at 10:30am (CT) </a:t>
            </a:r>
          </a:p>
        </p:txBody>
      </p:sp>
    </p:spTree>
    <p:extLst>
      <p:ext uri="{BB962C8B-B14F-4D97-AF65-F5344CB8AC3E}">
        <p14:creationId xmlns:p14="http://schemas.microsoft.com/office/powerpoint/2010/main" val="1375588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4687045" y="283989"/>
            <a:ext cx="7074216" cy="606686"/>
            <a:chOff x="3657600" y="1753902"/>
            <a:chExt cx="5305662" cy="606687"/>
          </a:xfrm>
        </p:grpSpPr>
        <p:sp>
          <p:nvSpPr>
            <p:cNvPr id="12" name="Subtitle 9"/>
            <p:cNvSpPr txBox="1">
              <a:spLocks/>
            </p:cNvSpPr>
            <p:nvPr/>
          </p:nvSpPr>
          <p:spPr>
            <a:xfrm>
              <a:off x="4497830" y="1753902"/>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Introductions</a:t>
              </a:r>
            </a:p>
          </p:txBody>
        </p:sp>
        <p:grpSp>
          <p:nvGrpSpPr>
            <p:cNvPr id="13" name="Group 12"/>
            <p:cNvGrpSpPr/>
            <p:nvPr/>
          </p:nvGrpSpPr>
          <p:grpSpPr>
            <a:xfrm>
              <a:off x="3657600" y="1808402"/>
              <a:ext cx="799510" cy="552187"/>
              <a:chOff x="542396" y="2339682"/>
              <a:chExt cx="799510" cy="552187"/>
            </a:xfrm>
          </p:grpSpPr>
          <p:sp>
            <p:nvSpPr>
              <p:cNvPr id="14" name="Rectangle 13"/>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5" name="Rectangle 14"/>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6" name="TextBox 15"/>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1</a:t>
                </a:r>
              </a:p>
            </p:txBody>
          </p:sp>
        </p:grpSp>
      </p:grpSp>
      <p:sp>
        <p:nvSpPr>
          <p:cNvPr id="35" name="Title 57"/>
          <p:cNvSpPr txBox="1">
            <a:spLocks/>
          </p:cNvSpPr>
          <p:nvPr/>
        </p:nvSpPr>
        <p:spPr>
          <a:xfrm>
            <a:off x="79380" y="270257"/>
            <a:ext cx="3827602" cy="1226034"/>
          </a:xfrm>
          <a:prstGeom prst="rect">
            <a:avLst/>
          </a:prstGeom>
        </p:spPr>
        <p:txBody>
          <a:bodyPr/>
          <a:lstStyle>
            <a:lvl1pPr algn="l" rtl="0" eaLnBrk="1" fontAlgn="base" hangingPunct="1">
              <a:lnSpc>
                <a:spcPct val="90000"/>
              </a:lnSpc>
              <a:spcBef>
                <a:spcPct val="0"/>
              </a:spcBef>
              <a:spcAft>
                <a:spcPct val="0"/>
              </a:spcAft>
              <a:defRPr sz="3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1900" b="1">
                <a:solidFill>
                  <a:srgbClr val="000000"/>
                </a:solidFill>
                <a:latin typeface="Arial" charset="0"/>
              </a:defRPr>
            </a:lvl2pPr>
            <a:lvl3pPr algn="l" rtl="0" eaLnBrk="1" fontAlgn="base" hangingPunct="1">
              <a:lnSpc>
                <a:spcPct val="90000"/>
              </a:lnSpc>
              <a:spcBef>
                <a:spcPct val="0"/>
              </a:spcBef>
              <a:spcAft>
                <a:spcPct val="0"/>
              </a:spcAft>
              <a:defRPr sz="1900" b="1">
                <a:solidFill>
                  <a:srgbClr val="000000"/>
                </a:solidFill>
                <a:latin typeface="Arial" charset="0"/>
              </a:defRPr>
            </a:lvl3pPr>
            <a:lvl4pPr algn="l" rtl="0" eaLnBrk="1" fontAlgn="base" hangingPunct="1">
              <a:lnSpc>
                <a:spcPct val="90000"/>
              </a:lnSpc>
              <a:spcBef>
                <a:spcPct val="0"/>
              </a:spcBef>
              <a:spcAft>
                <a:spcPct val="0"/>
              </a:spcAft>
              <a:defRPr sz="1900" b="1">
                <a:solidFill>
                  <a:srgbClr val="000000"/>
                </a:solidFill>
                <a:latin typeface="Arial" charset="0"/>
              </a:defRPr>
            </a:lvl4pPr>
            <a:lvl5pPr algn="l" rtl="0" eaLnBrk="1" fontAlgn="base" hangingPunct="1">
              <a:lnSpc>
                <a:spcPct val="90000"/>
              </a:lnSpc>
              <a:spcBef>
                <a:spcPct val="0"/>
              </a:spcBef>
              <a:spcAft>
                <a:spcPct val="0"/>
              </a:spcAft>
              <a:defRPr sz="1900" b="1">
                <a:solidFill>
                  <a:srgbClr val="000000"/>
                </a:solidFill>
                <a:latin typeface="Arial" charset="0"/>
              </a:defRPr>
            </a:lvl5pPr>
            <a:lvl6pPr marL="342892" algn="l" rtl="0" eaLnBrk="1" fontAlgn="base" hangingPunct="1">
              <a:lnSpc>
                <a:spcPct val="90000"/>
              </a:lnSpc>
              <a:spcBef>
                <a:spcPct val="0"/>
              </a:spcBef>
              <a:spcAft>
                <a:spcPct val="0"/>
              </a:spcAft>
              <a:defRPr sz="1900" b="1">
                <a:solidFill>
                  <a:srgbClr val="000000"/>
                </a:solidFill>
                <a:latin typeface="Arial" charset="0"/>
              </a:defRPr>
            </a:lvl6pPr>
            <a:lvl7pPr marL="685783" algn="l" rtl="0" eaLnBrk="1" fontAlgn="base" hangingPunct="1">
              <a:lnSpc>
                <a:spcPct val="90000"/>
              </a:lnSpc>
              <a:spcBef>
                <a:spcPct val="0"/>
              </a:spcBef>
              <a:spcAft>
                <a:spcPct val="0"/>
              </a:spcAft>
              <a:defRPr sz="1900" b="1">
                <a:solidFill>
                  <a:srgbClr val="000000"/>
                </a:solidFill>
                <a:latin typeface="Arial" charset="0"/>
              </a:defRPr>
            </a:lvl7pPr>
            <a:lvl8pPr marL="1028675" algn="l" rtl="0" eaLnBrk="1" fontAlgn="base" hangingPunct="1">
              <a:lnSpc>
                <a:spcPct val="90000"/>
              </a:lnSpc>
              <a:spcBef>
                <a:spcPct val="0"/>
              </a:spcBef>
              <a:spcAft>
                <a:spcPct val="0"/>
              </a:spcAft>
              <a:defRPr sz="1900" b="1">
                <a:solidFill>
                  <a:srgbClr val="000000"/>
                </a:solidFill>
                <a:latin typeface="Arial" charset="0"/>
              </a:defRPr>
            </a:lvl8pPr>
            <a:lvl9pPr marL="1371566" algn="l" rtl="0" eaLnBrk="1" fontAlgn="base" hangingPunct="1">
              <a:lnSpc>
                <a:spcPct val="90000"/>
              </a:lnSpc>
              <a:spcBef>
                <a:spcPct val="0"/>
              </a:spcBef>
              <a:spcAft>
                <a:spcPct val="0"/>
              </a:spcAft>
              <a:defRPr sz="1900" b="1">
                <a:solidFill>
                  <a:srgbClr val="000000"/>
                </a:solidFill>
                <a:latin typeface="Arial" charset="0"/>
              </a:defRPr>
            </a:lvl9pPr>
          </a:lstStyle>
          <a:p>
            <a:r>
              <a:rPr lang="en-US" sz="3200" b="1" dirty="0"/>
              <a:t>Agenda</a:t>
            </a:r>
            <a:endParaRPr lang="en-US" sz="3200" b="1" kern="0" dirty="0">
              <a:solidFill>
                <a:srgbClr val="FF8F27"/>
              </a:solidFill>
            </a:endParaRPr>
          </a:p>
        </p:txBody>
      </p:sp>
      <p:sp>
        <p:nvSpPr>
          <p:cNvPr id="36" name="Rectangle 35"/>
          <p:cNvSpPr/>
          <p:nvPr/>
        </p:nvSpPr>
        <p:spPr bwMode="auto">
          <a:xfrm flipH="1">
            <a:off x="4399280" y="136869"/>
            <a:ext cx="74509" cy="5918491"/>
          </a:xfrm>
          <a:prstGeom prst="rect">
            <a:avLst/>
          </a:prstGeom>
          <a:solidFill>
            <a:srgbClr val="6A9DC1"/>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ln>
                <a:solidFill>
                  <a:srgbClr val="002C59"/>
                </a:solidFill>
              </a:ln>
              <a:solidFill>
                <a:srgbClr val="002C59"/>
              </a:solidFill>
              <a:latin typeface="Times New Roman" pitchFamily="18" charset="0"/>
            </a:endParaRPr>
          </a:p>
        </p:txBody>
      </p:sp>
      <p:pic>
        <p:nvPicPr>
          <p:cNvPr id="38" name="Picture 37"/>
          <p:cNvPicPr>
            <a:picLocks noChangeAspect="1"/>
          </p:cNvPicPr>
          <p:nvPr/>
        </p:nvPicPr>
        <p:blipFill>
          <a:blip r:embed="rId3">
            <a:extLst>
              <a:ext uri="{BEBA8EAE-BF5A-486C-A8C5-ECC9F3942E4B}">
                <a14:imgProps xmlns:a14="http://schemas.microsoft.com/office/drawing/2010/main">
                  <a14:imgLayer r:embed="rId4">
                    <a14:imgEffect>
                      <a14:backgroundRemoval t="9781" b="89781" l="0" r="100000"/>
                    </a14:imgEffect>
                  </a14:imgLayer>
                </a14:imgProps>
              </a:ext>
            </a:extLst>
          </a:blip>
          <a:stretch>
            <a:fillRect/>
          </a:stretch>
        </p:blipFill>
        <p:spPr>
          <a:xfrm>
            <a:off x="66187" y="1437152"/>
            <a:ext cx="4086944" cy="4860427"/>
          </a:xfrm>
          <a:prstGeom prst="rect">
            <a:avLst/>
          </a:prstGeom>
        </p:spPr>
      </p:pic>
      <p:grpSp>
        <p:nvGrpSpPr>
          <p:cNvPr id="92" name="Group 91"/>
          <p:cNvGrpSpPr/>
          <p:nvPr/>
        </p:nvGrpSpPr>
        <p:grpSpPr>
          <a:xfrm>
            <a:off x="4678619" y="2173972"/>
            <a:ext cx="7207663" cy="606687"/>
            <a:chOff x="3657600" y="1753901"/>
            <a:chExt cx="5305662" cy="606688"/>
          </a:xfrm>
        </p:grpSpPr>
        <p:sp>
          <p:nvSpPr>
            <p:cNvPr id="93"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NTTA Marketplace Registration</a:t>
              </a:r>
            </a:p>
          </p:txBody>
        </p:sp>
        <p:grpSp>
          <p:nvGrpSpPr>
            <p:cNvPr id="94" name="Group 93"/>
            <p:cNvGrpSpPr/>
            <p:nvPr/>
          </p:nvGrpSpPr>
          <p:grpSpPr>
            <a:xfrm>
              <a:off x="3657600" y="1808402"/>
              <a:ext cx="799510" cy="552187"/>
              <a:chOff x="542396" y="2339682"/>
              <a:chExt cx="799510" cy="552187"/>
            </a:xfrm>
          </p:grpSpPr>
          <p:sp>
            <p:nvSpPr>
              <p:cNvPr id="95" name="Rectangle 94"/>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96" name="Rectangle 95"/>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97" name="TextBox 96"/>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3</a:t>
                </a:r>
              </a:p>
            </p:txBody>
          </p:sp>
        </p:grpSp>
      </p:grpSp>
      <p:grpSp>
        <p:nvGrpSpPr>
          <p:cNvPr id="98" name="Group 97"/>
          <p:cNvGrpSpPr/>
          <p:nvPr/>
        </p:nvGrpSpPr>
        <p:grpSpPr>
          <a:xfrm>
            <a:off x="4719261" y="3118964"/>
            <a:ext cx="7074216" cy="606687"/>
            <a:chOff x="3657600" y="1753901"/>
            <a:chExt cx="5305662" cy="606688"/>
          </a:xfrm>
        </p:grpSpPr>
        <p:sp>
          <p:nvSpPr>
            <p:cNvPr id="99"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a:spcBef>
                  <a:spcPts val="1800"/>
                </a:spcBef>
                <a:buClr>
                  <a:srgbClr val="F07F09"/>
                </a:buClr>
              </a:pPr>
              <a:r>
                <a:rPr lang="en-US" sz="2800" dirty="0"/>
                <a:t>General Information</a:t>
              </a:r>
            </a:p>
          </p:txBody>
        </p:sp>
        <p:grpSp>
          <p:nvGrpSpPr>
            <p:cNvPr id="100" name="Group 99"/>
            <p:cNvGrpSpPr/>
            <p:nvPr/>
          </p:nvGrpSpPr>
          <p:grpSpPr>
            <a:xfrm>
              <a:off x="3657600" y="1808402"/>
              <a:ext cx="799510" cy="552187"/>
              <a:chOff x="542396" y="2339682"/>
              <a:chExt cx="799510" cy="552187"/>
            </a:xfrm>
          </p:grpSpPr>
          <p:sp>
            <p:nvSpPr>
              <p:cNvPr id="101" name="Rectangle 100"/>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02" name="Rectangle 101"/>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03" name="TextBox 102"/>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4</a:t>
                </a:r>
              </a:p>
            </p:txBody>
          </p:sp>
        </p:grpSp>
      </p:grpSp>
      <p:grpSp>
        <p:nvGrpSpPr>
          <p:cNvPr id="140" name="Group 139"/>
          <p:cNvGrpSpPr/>
          <p:nvPr/>
        </p:nvGrpSpPr>
        <p:grpSpPr>
          <a:xfrm>
            <a:off x="4672442" y="1228980"/>
            <a:ext cx="7074216" cy="606687"/>
            <a:chOff x="3657600" y="1753901"/>
            <a:chExt cx="5305662" cy="606688"/>
          </a:xfrm>
        </p:grpSpPr>
        <p:sp>
          <p:nvSpPr>
            <p:cNvPr id="141"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Disclaimer</a:t>
              </a:r>
            </a:p>
          </p:txBody>
        </p:sp>
        <p:grpSp>
          <p:nvGrpSpPr>
            <p:cNvPr id="142" name="Group 141"/>
            <p:cNvGrpSpPr/>
            <p:nvPr/>
          </p:nvGrpSpPr>
          <p:grpSpPr>
            <a:xfrm>
              <a:off x="3657600" y="1808402"/>
              <a:ext cx="799510" cy="552187"/>
              <a:chOff x="542396" y="2339682"/>
              <a:chExt cx="799510" cy="552187"/>
            </a:xfrm>
          </p:grpSpPr>
          <p:sp>
            <p:nvSpPr>
              <p:cNvPr id="143" name="Rectangle 142"/>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44" name="Rectangle 143"/>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45" name="TextBox 144"/>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2</a:t>
                </a:r>
              </a:p>
            </p:txBody>
          </p:sp>
        </p:grpSp>
      </p:grpSp>
      <p:grpSp>
        <p:nvGrpSpPr>
          <p:cNvPr id="39" name="Group 38"/>
          <p:cNvGrpSpPr/>
          <p:nvPr/>
        </p:nvGrpSpPr>
        <p:grpSpPr>
          <a:xfrm>
            <a:off x="4719261" y="4088830"/>
            <a:ext cx="7074216" cy="606686"/>
            <a:chOff x="3657600" y="1753902"/>
            <a:chExt cx="5305662" cy="606687"/>
          </a:xfrm>
        </p:grpSpPr>
        <p:sp>
          <p:nvSpPr>
            <p:cNvPr id="40" name="Subtitle 9"/>
            <p:cNvSpPr txBox="1">
              <a:spLocks/>
            </p:cNvSpPr>
            <p:nvPr/>
          </p:nvSpPr>
          <p:spPr>
            <a:xfrm>
              <a:off x="4497830" y="1753902"/>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Required Forms</a:t>
              </a:r>
            </a:p>
          </p:txBody>
        </p:sp>
        <p:grpSp>
          <p:nvGrpSpPr>
            <p:cNvPr id="41" name="Group 40"/>
            <p:cNvGrpSpPr/>
            <p:nvPr/>
          </p:nvGrpSpPr>
          <p:grpSpPr>
            <a:xfrm>
              <a:off x="3657600" y="1808402"/>
              <a:ext cx="799510" cy="552187"/>
              <a:chOff x="542396" y="2339682"/>
              <a:chExt cx="799510" cy="552187"/>
            </a:xfrm>
          </p:grpSpPr>
          <p:sp>
            <p:nvSpPr>
              <p:cNvPr id="42" name="Rectangle 41"/>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43" name="Rectangle 42"/>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44" name="TextBox 43"/>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5</a:t>
                </a:r>
              </a:p>
            </p:txBody>
          </p:sp>
        </p:grpSp>
      </p:grpSp>
      <p:grpSp>
        <p:nvGrpSpPr>
          <p:cNvPr id="45" name="Group 44"/>
          <p:cNvGrpSpPr/>
          <p:nvPr/>
        </p:nvGrpSpPr>
        <p:grpSpPr>
          <a:xfrm>
            <a:off x="4722874" y="5029729"/>
            <a:ext cx="7074216" cy="606687"/>
            <a:chOff x="3657600" y="1753901"/>
            <a:chExt cx="5305662" cy="606688"/>
          </a:xfrm>
        </p:grpSpPr>
        <p:sp>
          <p:nvSpPr>
            <p:cNvPr id="46"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Disqualifications</a:t>
              </a:r>
            </a:p>
          </p:txBody>
        </p:sp>
        <p:grpSp>
          <p:nvGrpSpPr>
            <p:cNvPr id="47" name="Group 46"/>
            <p:cNvGrpSpPr/>
            <p:nvPr/>
          </p:nvGrpSpPr>
          <p:grpSpPr>
            <a:xfrm>
              <a:off x="3657600" y="1808402"/>
              <a:ext cx="799510" cy="552187"/>
              <a:chOff x="542396" y="2339682"/>
              <a:chExt cx="799510" cy="552187"/>
            </a:xfrm>
          </p:grpSpPr>
          <p:sp>
            <p:nvSpPr>
              <p:cNvPr id="48" name="Rectangle 47"/>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49" name="Rectangle 48"/>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50" name="TextBox 49"/>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6</a:t>
                </a:r>
              </a:p>
            </p:txBody>
          </p:sp>
        </p:grpSp>
      </p:grpSp>
      <p:sp>
        <p:nvSpPr>
          <p:cNvPr id="3" name="Slide Number Placeholder 2"/>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2</a:t>
            </a:fld>
            <a:endParaRPr lang="en-US" dirty="0">
              <a:solidFill>
                <a:srgbClr val="FFFFFF"/>
              </a:solidFill>
            </a:endParaRPr>
          </a:p>
        </p:txBody>
      </p:sp>
    </p:spTree>
    <p:extLst>
      <p:ext uri="{BB962C8B-B14F-4D97-AF65-F5344CB8AC3E}">
        <p14:creationId xmlns:p14="http://schemas.microsoft.com/office/powerpoint/2010/main" val="387716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40"/>
                                        </p:tgtEl>
                                        <p:attrNameLst>
                                          <p:attrName>style.visibility</p:attrName>
                                        </p:attrNameLst>
                                      </p:cBhvr>
                                      <p:to>
                                        <p:strVal val="visible"/>
                                      </p:to>
                                    </p:set>
                                    <p:animEffect transition="in" filter="wipe(left)">
                                      <p:cBhvr>
                                        <p:cTn id="11" dur="1000"/>
                                        <p:tgtEl>
                                          <p:spTgt spid="140"/>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wipe(left)">
                                      <p:cBhvr>
                                        <p:cTn id="15" dur="1000"/>
                                        <p:tgtEl>
                                          <p:spTgt spid="92"/>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8"/>
                                        </p:tgtEl>
                                        <p:attrNameLst>
                                          <p:attrName>style.visibility</p:attrName>
                                        </p:attrNameLst>
                                      </p:cBhvr>
                                      <p:to>
                                        <p:strVal val="visible"/>
                                      </p:to>
                                    </p:set>
                                    <p:animEffect transition="in" filter="wipe(left)">
                                      <p:cBhvr>
                                        <p:cTn id="19" dur="1000"/>
                                        <p:tgtEl>
                                          <p:spTgt spid="98"/>
                                        </p:tgtEl>
                                      </p:cBhvr>
                                    </p:animEffect>
                                  </p:childTnLst>
                                </p:cTn>
                              </p:par>
                            </p:childTnLst>
                          </p:cTn>
                        </p:par>
                        <p:par>
                          <p:cTn id="20" fill="hold">
                            <p:stCondLst>
                              <p:cond delay="4000"/>
                            </p:stCondLst>
                            <p:childTnLst>
                              <p:par>
                                <p:cTn id="21" presetID="22" presetClass="entr" presetSubtype="8"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wipe(left)">
                                      <p:cBhvr>
                                        <p:cTn id="23" dur="1000"/>
                                        <p:tgtEl>
                                          <p:spTgt spid="39"/>
                                        </p:tgtEl>
                                      </p:cBhvr>
                                    </p:animEffect>
                                  </p:childTnLst>
                                </p:cTn>
                              </p:par>
                            </p:childTnLst>
                          </p:cTn>
                        </p:par>
                        <p:par>
                          <p:cTn id="24" fill="hold">
                            <p:stCondLst>
                              <p:cond delay="5000"/>
                            </p:stCondLst>
                            <p:childTnLst>
                              <p:par>
                                <p:cTn id="25" presetID="22" presetClass="entr" presetSubtype="8"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57"/>
          <p:cNvSpPr txBox="1">
            <a:spLocks/>
          </p:cNvSpPr>
          <p:nvPr/>
        </p:nvSpPr>
        <p:spPr>
          <a:xfrm>
            <a:off x="79380" y="270257"/>
            <a:ext cx="3827602" cy="1226034"/>
          </a:xfrm>
          <a:prstGeom prst="rect">
            <a:avLst/>
          </a:prstGeom>
        </p:spPr>
        <p:txBody>
          <a:bodyPr/>
          <a:lstStyle>
            <a:lvl1pPr algn="l" rtl="0" eaLnBrk="1" fontAlgn="base" hangingPunct="1">
              <a:lnSpc>
                <a:spcPct val="90000"/>
              </a:lnSpc>
              <a:spcBef>
                <a:spcPct val="0"/>
              </a:spcBef>
              <a:spcAft>
                <a:spcPct val="0"/>
              </a:spcAft>
              <a:defRPr sz="3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1900" b="1">
                <a:solidFill>
                  <a:srgbClr val="000000"/>
                </a:solidFill>
                <a:latin typeface="Arial" charset="0"/>
              </a:defRPr>
            </a:lvl2pPr>
            <a:lvl3pPr algn="l" rtl="0" eaLnBrk="1" fontAlgn="base" hangingPunct="1">
              <a:lnSpc>
                <a:spcPct val="90000"/>
              </a:lnSpc>
              <a:spcBef>
                <a:spcPct val="0"/>
              </a:spcBef>
              <a:spcAft>
                <a:spcPct val="0"/>
              </a:spcAft>
              <a:defRPr sz="1900" b="1">
                <a:solidFill>
                  <a:srgbClr val="000000"/>
                </a:solidFill>
                <a:latin typeface="Arial" charset="0"/>
              </a:defRPr>
            </a:lvl3pPr>
            <a:lvl4pPr algn="l" rtl="0" eaLnBrk="1" fontAlgn="base" hangingPunct="1">
              <a:lnSpc>
                <a:spcPct val="90000"/>
              </a:lnSpc>
              <a:spcBef>
                <a:spcPct val="0"/>
              </a:spcBef>
              <a:spcAft>
                <a:spcPct val="0"/>
              </a:spcAft>
              <a:defRPr sz="1900" b="1">
                <a:solidFill>
                  <a:srgbClr val="000000"/>
                </a:solidFill>
                <a:latin typeface="Arial" charset="0"/>
              </a:defRPr>
            </a:lvl4pPr>
            <a:lvl5pPr algn="l" rtl="0" eaLnBrk="1" fontAlgn="base" hangingPunct="1">
              <a:lnSpc>
                <a:spcPct val="90000"/>
              </a:lnSpc>
              <a:spcBef>
                <a:spcPct val="0"/>
              </a:spcBef>
              <a:spcAft>
                <a:spcPct val="0"/>
              </a:spcAft>
              <a:defRPr sz="1900" b="1">
                <a:solidFill>
                  <a:srgbClr val="000000"/>
                </a:solidFill>
                <a:latin typeface="Arial" charset="0"/>
              </a:defRPr>
            </a:lvl5pPr>
            <a:lvl6pPr marL="342892" algn="l" rtl="0" eaLnBrk="1" fontAlgn="base" hangingPunct="1">
              <a:lnSpc>
                <a:spcPct val="90000"/>
              </a:lnSpc>
              <a:spcBef>
                <a:spcPct val="0"/>
              </a:spcBef>
              <a:spcAft>
                <a:spcPct val="0"/>
              </a:spcAft>
              <a:defRPr sz="1900" b="1">
                <a:solidFill>
                  <a:srgbClr val="000000"/>
                </a:solidFill>
                <a:latin typeface="Arial" charset="0"/>
              </a:defRPr>
            </a:lvl6pPr>
            <a:lvl7pPr marL="685783" algn="l" rtl="0" eaLnBrk="1" fontAlgn="base" hangingPunct="1">
              <a:lnSpc>
                <a:spcPct val="90000"/>
              </a:lnSpc>
              <a:spcBef>
                <a:spcPct val="0"/>
              </a:spcBef>
              <a:spcAft>
                <a:spcPct val="0"/>
              </a:spcAft>
              <a:defRPr sz="1900" b="1">
                <a:solidFill>
                  <a:srgbClr val="000000"/>
                </a:solidFill>
                <a:latin typeface="Arial" charset="0"/>
              </a:defRPr>
            </a:lvl7pPr>
            <a:lvl8pPr marL="1028675" algn="l" rtl="0" eaLnBrk="1" fontAlgn="base" hangingPunct="1">
              <a:lnSpc>
                <a:spcPct val="90000"/>
              </a:lnSpc>
              <a:spcBef>
                <a:spcPct val="0"/>
              </a:spcBef>
              <a:spcAft>
                <a:spcPct val="0"/>
              </a:spcAft>
              <a:defRPr sz="1900" b="1">
                <a:solidFill>
                  <a:srgbClr val="000000"/>
                </a:solidFill>
                <a:latin typeface="Arial" charset="0"/>
              </a:defRPr>
            </a:lvl8pPr>
            <a:lvl9pPr marL="1371566" algn="l" rtl="0" eaLnBrk="1" fontAlgn="base" hangingPunct="1">
              <a:lnSpc>
                <a:spcPct val="90000"/>
              </a:lnSpc>
              <a:spcBef>
                <a:spcPct val="0"/>
              </a:spcBef>
              <a:spcAft>
                <a:spcPct val="0"/>
              </a:spcAft>
              <a:defRPr sz="1900" b="1">
                <a:solidFill>
                  <a:srgbClr val="000000"/>
                </a:solidFill>
                <a:latin typeface="Arial" charset="0"/>
              </a:defRPr>
            </a:lvl9pPr>
          </a:lstStyle>
          <a:p>
            <a:r>
              <a:rPr lang="en-US" sz="3200" b="1" dirty="0"/>
              <a:t>Agenda</a:t>
            </a:r>
            <a:endParaRPr lang="en-US" sz="3200" b="1" kern="0" dirty="0">
              <a:solidFill>
                <a:srgbClr val="FF8F27"/>
              </a:solidFill>
            </a:endParaRPr>
          </a:p>
        </p:txBody>
      </p:sp>
      <p:sp>
        <p:nvSpPr>
          <p:cNvPr id="36" name="Rectangle 35"/>
          <p:cNvSpPr/>
          <p:nvPr/>
        </p:nvSpPr>
        <p:spPr bwMode="auto">
          <a:xfrm flipH="1">
            <a:off x="4399280" y="136869"/>
            <a:ext cx="74509" cy="5918491"/>
          </a:xfrm>
          <a:prstGeom prst="rect">
            <a:avLst/>
          </a:prstGeom>
          <a:solidFill>
            <a:srgbClr val="6A9DC1"/>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dirty="0">
              <a:ln>
                <a:solidFill>
                  <a:srgbClr val="002C59"/>
                </a:solidFill>
              </a:ln>
              <a:solidFill>
                <a:srgbClr val="002C59"/>
              </a:solidFill>
              <a:latin typeface="Times New Roman" pitchFamily="18" charset="0"/>
            </a:endParaRPr>
          </a:p>
        </p:txBody>
      </p:sp>
      <p:pic>
        <p:nvPicPr>
          <p:cNvPr id="38" name="Picture 37"/>
          <p:cNvPicPr>
            <a:picLocks noChangeAspect="1"/>
          </p:cNvPicPr>
          <p:nvPr/>
        </p:nvPicPr>
        <p:blipFill>
          <a:blip r:embed="rId3">
            <a:extLst>
              <a:ext uri="{BEBA8EAE-BF5A-486C-A8C5-ECC9F3942E4B}">
                <a14:imgProps xmlns:a14="http://schemas.microsoft.com/office/drawing/2010/main">
                  <a14:imgLayer r:embed="rId4">
                    <a14:imgEffect>
                      <a14:backgroundRemoval t="9781" b="89781" l="0" r="100000"/>
                    </a14:imgEffect>
                  </a14:imgLayer>
                </a14:imgProps>
              </a:ext>
            </a:extLst>
          </a:blip>
          <a:stretch>
            <a:fillRect/>
          </a:stretch>
        </p:blipFill>
        <p:spPr>
          <a:xfrm>
            <a:off x="66187" y="1437152"/>
            <a:ext cx="4086944" cy="4860427"/>
          </a:xfrm>
          <a:prstGeom prst="rect">
            <a:avLst/>
          </a:prstGeom>
        </p:spPr>
      </p:pic>
      <p:grpSp>
        <p:nvGrpSpPr>
          <p:cNvPr id="92" name="Group 91"/>
          <p:cNvGrpSpPr/>
          <p:nvPr/>
        </p:nvGrpSpPr>
        <p:grpSpPr>
          <a:xfrm>
            <a:off x="4645429" y="276587"/>
            <a:ext cx="7207663" cy="606687"/>
            <a:chOff x="3657600" y="1753901"/>
            <a:chExt cx="5305662" cy="606688"/>
          </a:xfrm>
        </p:grpSpPr>
        <p:sp>
          <p:nvSpPr>
            <p:cNvPr id="93"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Insurance Requirements</a:t>
              </a:r>
            </a:p>
          </p:txBody>
        </p:sp>
        <p:grpSp>
          <p:nvGrpSpPr>
            <p:cNvPr id="94" name="Group 93"/>
            <p:cNvGrpSpPr/>
            <p:nvPr/>
          </p:nvGrpSpPr>
          <p:grpSpPr>
            <a:xfrm>
              <a:off x="3657600" y="1808402"/>
              <a:ext cx="799510" cy="552187"/>
              <a:chOff x="542396" y="2339682"/>
              <a:chExt cx="799510" cy="552187"/>
            </a:xfrm>
          </p:grpSpPr>
          <p:sp>
            <p:nvSpPr>
              <p:cNvPr id="95" name="Rectangle 94"/>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96" name="Rectangle 95"/>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97" name="TextBox 96"/>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7</a:t>
                </a:r>
              </a:p>
            </p:txBody>
          </p:sp>
        </p:grpSp>
      </p:grpSp>
      <p:grpSp>
        <p:nvGrpSpPr>
          <p:cNvPr id="98" name="Group 97"/>
          <p:cNvGrpSpPr/>
          <p:nvPr/>
        </p:nvGrpSpPr>
        <p:grpSpPr>
          <a:xfrm>
            <a:off x="4719938" y="1263303"/>
            <a:ext cx="7074216" cy="606687"/>
            <a:chOff x="3657600" y="1753901"/>
            <a:chExt cx="5305662" cy="606688"/>
          </a:xfrm>
        </p:grpSpPr>
        <p:sp>
          <p:nvSpPr>
            <p:cNvPr id="99"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a:spcBef>
                  <a:spcPts val="1800"/>
                </a:spcBef>
                <a:buClr>
                  <a:srgbClr val="F07F09"/>
                </a:buClr>
              </a:pPr>
              <a:r>
                <a:rPr lang="en-US" sz="2800" dirty="0"/>
                <a:t>Business Diversity Department</a:t>
              </a:r>
            </a:p>
          </p:txBody>
        </p:sp>
        <p:grpSp>
          <p:nvGrpSpPr>
            <p:cNvPr id="100" name="Group 99"/>
            <p:cNvGrpSpPr/>
            <p:nvPr/>
          </p:nvGrpSpPr>
          <p:grpSpPr>
            <a:xfrm>
              <a:off x="3657600" y="1808402"/>
              <a:ext cx="799510" cy="552187"/>
              <a:chOff x="542396" y="2339682"/>
              <a:chExt cx="799510" cy="552187"/>
            </a:xfrm>
          </p:grpSpPr>
          <p:sp>
            <p:nvSpPr>
              <p:cNvPr id="101" name="Rectangle 100"/>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02" name="Rectangle 101"/>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03" name="TextBox 102"/>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8</a:t>
                </a:r>
              </a:p>
            </p:txBody>
          </p:sp>
        </p:grpSp>
      </p:grpSp>
      <p:grpSp>
        <p:nvGrpSpPr>
          <p:cNvPr id="30" name="Group 29"/>
          <p:cNvGrpSpPr/>
          <p:nvPr/>
        </p:nvGrpSpPr>
        <p:grpSpPr>
          <a:xfrm>
            <a:off x="4719938" y="2250019"/>
            <a:ext cx="7074216" cy="606686"/>
            <a:chOff x="3657600" y="1753902"/>
            <a:chExt cx="5305662" cy="606687"/>
          </a:xfrm>
        </p:grpSpPr>
        <p:sp>
          <p:nvSpPr>
            <p:cNvPr id="31" name="Subtitle 9"/>
            <p:cNvSpPr txBox="1">
              <a:spLocks/>
            </p:cNvSpPr>
            <p:nvPr/>
          </p:nvSpPr>
          <p:spPr>
            <a:xfrm>
              <a:off x="4497830" y="1753902"/>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Scope of Work</a:t>
              </a:r>
            </a:p>
          </p:txBody>
        </p:sp>
        <p:grpSp>
          <p:nvGrpSpPr>
            <p:cNvPr id="32" name="Group 31"/>
            <p:cNvGrpSpPr/>
            <p:nvPr/>
          </p:nvGrpSpPr>
          <p:grpSpPr>
            <a:xfrm>
              <a:off x="3657600" y="1808402"/>
              <a:ext cx="799510" cy="552187"/>
              <a:chOff x="542396" y="2339682"/>
              <a:chExt cx="799510" cy="552187"/>
            </a:xfrm>
          </p:grpSpPr>
          <p:sp>
            <p:nvSpPr>
              <p:cNvPr id="33" name="Rectangle 32"/>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34" name="Rectangle 33"/>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37" name="TextBox 36"/>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9</a:t>
                </a:r>
              </a:p>
            </p:txBody>
          </p:sp>
        </p:grpSp>
      </p:grpSp>
      <p:grpSp>
        <p:nvGrpSpPr>
          <p:cNvPr id="39" name="Group 38"/>
          <p:cNvGrpSpPr/>
          <p:nvPr/>
        </p:nvGrpSpPr>
        <p:grpSpPr>
          <a:xfrm>
            <a:off x="4725553" y="3236734"/>
            <a:ext cx="7074216" cy="606687"/>
            <a:chOff x="3657600" y="1753901"/>
            <a:chExt cx="5305662" cy="606688"/>
          </a:xfrm>
        </p:grpSpPr>
        <p:sp>
          <p:nvSpPr>
            <p:cNvPr id="40"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Upcoming Key Dates</a:t>
              </a:r>
            </a:p>
          </p:txBody>
        </p:sp>
        <p:grpSp>
          <p:nvGrpSpPr>
            <p:cNvPr id="41" name="Group 40"/>
            <p:cNvGrpSpPr/>
            <p:nvPr/>
          </p:nvGrpSpPr>
          <p:grpSpPr>
            <a:xfrm>
              <a:off x="3657600" y="1808402"/>
              <a:ext cx="799510" cy="552187"/>
              <a:chOff x="542396" y="2339682"/>
              <a:chExt cx="799510" cy="552187"/>
            </a:xfrm>
          </p:grpSpPr>
          <p:sp>
            <p:nvSpPr>
              <p:cNvPr id="42" name="Rectangle 41"/>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43" name="Rectangle 42"/>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44" name="TextBox 43"/>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10</a:t>
                </a:r>
              </a:p>
            </p:txBody>
          </p:sp>
        </p:grpSp>
      </p:grpSp>
      <p:grpSp>
        <p:nvGrpSpPr>
          <p:cNvPr id="45" name="Group 44"/>
          <p:cNvGrpSpPr/>
          <p:nvPr/>
        </p:nvGrpSpPr>
        <p:grpSpPr>
          <a:xfrm>
            <a:off x="4749654" y="4223449"/>
            <a:ext cx="7207663" cy="606687"/>
            <a:chOff x="3657600" y="1753901"/>
            <a:chExt cx="5305662" cy="606688"/>
          </a:xfrm>
        </p:grpSpPr>
        <p:sp>
          <p:nvSpPr>
            <p:cNvPr id="46"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Questions and Responses </a:t>
              </a:r>
            </a:p>
          </p:txBody>
        </p:sp>
        <p:grpSp>
          <p:nvGrpSpPr>
            <p:cNvPr id="47" name="Group 46"/>
            <p:cNvGrpSpPr/>
            <p:nvPr/>
          </p:nvGrpSpPr>
          <p:grpSpPr>
            <a:xfrm>
              <a:off x="3657600" y="1808402"/>
              <a:ext cx="799510" cy="552187"/>
              <a:chOff x="542396" y="2339682"/>
              <a:chExt cx="799510" cy="552187"/>
            </a:xfrm>
          </p:grpSpPr>
          <p:sp>
            <p:nvSpPr>
              <p:cNvPr id="48" name="Rectangle 47"/>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49" name="Rectangle 48"/>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50" name="TextBox 49"/>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11</a:t>
                </a:r>
              </a:p>
            </p:txBody>
          </p:sp>
        </p:grpSp>
      </p:grpSp>
      <p:grpSp>
        <p:nvGrpSpPr>
          <p:cNvPr id="51" name="Group 50"/>
          <p:cNvGrpSpPr/>
          <p:nvPr/>
        </p:nvGrpSpPr>
        <p:grpSpPr>
          <a:xfrm>
            <a:off x="4741950" y="5168612"/>
            <a:ext cx="7207663" cy="606687"/>
            <a:chOff x="3657600" y="1753901"/>
            <a:chExt cx="5305662" cy="606688"/>
          </a:xfrm>
        </p:grpSpPr>
        <p:sp>
          <p:nvSpPr>
            <p:cNvPr id="52" name="Subtitle 9"/>
            <p:cNvSpPr txBox="1">
              <a:spLocks/>
            </p:cNvSpPr>
            <p:nvPr/>
          </p:nvSpPr>
          <p:spPr>
            <a:xfrm>
              <a:off x="4497830" y="1753901"/>
              <a:ext cx="4465432" cy="52322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2800" dirty="0"/>
                <a:t>Adjourn</a:t>
              </a:r>
            </a:p>
          </p:txBody>
        </p:sp>
        <p:grpSp>
          <p:nvGrpSpPr>
            <p:cNvPr id="53" name="Group 52"/>
            <p:cNvGrpSpPr/>
            <p:nvPr/>
          </p:nvGrpSpPr>
          <p:grpSpPr>
            <a:xfrm>
              <a:off x="3657600" y="1808402"/>
              <a:ext cx="799510" cy="552187"/>
              <a:chOff x="542396" y="2339682"/>
              <a:chExt cx="799510" cy="552187"/>
            </a:xfrm>
          </p:grpSpPr>
          <p:sp>
            <p:nvSpPr>
              <p:cNvPr id="54" name="Rectangle 53"/>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55" name="Rectangle 54"/>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56" name="TextBox 55"/>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12</a:t>
                </a:r>
              </a:p>
            </p:txBody>
          </p:sp>
        </p:grpSp>
      </p:grpSp>
      <p:sp>
        <p:nvSpPr>
          <p:cNvPr id="3" name="Slide Number Placeholder 2"/>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3</a:t>
            </a:fld>
            <a:endParaRPr lang="en-US" dirty="0">
              <a:solidFill>
                <a:srgbClr val="FFFFFF"/>
              </a:solidFill>
            </a:endParaRPr>
          </a:p>
        </p:txBody>
      </p:sp>
    </p:spTree>
    <p:extLst>
      <p:ext uri="{BB962C8B-B14F-4D97-AF65-F5344CB8AC3E}">
        <p14:creationId xmlns:p14="http://schemas.microsoft.com/office/powerpoint/2010/main" val="136675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left)">
                                      <p:cBhvr>
                                        <p:cTn id="7" dur="1000"/>
                                        <p:tgtEl>
                                          <p:spTgt spid="9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wipe(left)">
                                      <p:cBhvr>
                                        <p:cTn id="11" dur="1000"/>
                                        <p:tgtEl>
                                          <p:spTgt spid="98"/>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1000"/>
                                        <p:tgtEl>
                                          <p:spTgt spid="30"/>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left)">
                                      <p:cBhvr>
                                        <p:cTn id="19" dur="1000"/>
                                        <p:tgtEl>
                                          <p:spTgt spid="39"/>
                                        </p:tgtEl>
                                      </p:cBhvr>
                                    </p:animEffect>
                                  </p:childTnLst>
                                </p:cTn>
                              </p:par>
                            </p:childTnLst>
                          </p:cTn>
                        </p:par>
                        <p:par>
                          <p:cTn id="20" fill="hold">
                            <p:stCondLst>
                              <p:cond delay="4000"/>
                            </p:stCondLst>
                            <p:childTnLst>
                              <p:par>
                                <p:cTn id="21" presetID="22" presetClass="entr" presetSubtype="8"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left)">
                                      <p:cBhvr>
                                        <p:cTn id="23" dur="1000"/>
                                        <p:tgtEl>
                                          <p:spTgt spid="45"/>
                                        </p:tgtEl>
                                      </p:cBhvr>
                                    </p:animEffect>
                                  </p:childTnLst>
                                </p:cTn>
                              </p:par>
                            </p:childTnLst>
                          </p:cTn>
                        </p:par>
                        <p:par>
                          <p:cTn id="24" fill="hold">
                            <p:stCondLst>
                              <p:cond delay="5000"/>
                            </p:stCondLst>
                            <p:childTnLst>
                              <p:par>
                                <p:cTn id="25" presetID="22" presetClass="entr" presetSubtype="8"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left)">
                                      <p:cBhvr>
                                        <p:cTn id="27" dur="10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261398" y="1335349"/>
            <a:ext cx="11472672" cy="4583176"/>
          </a:xfrm>
        </p:spPr>
        <p:txBody>
          <a:bodyPr/>
          <a:lstStyle/>
          <a:p>
            <a:pPr marL="342900" indent="-342900">
              <a:buFont typeface="Arial" panose="020B0604020202020204" pitchFamily="34" charset="0"/>
              <a:buChar char="•"/>
            </a:pPr>
            <a:r>
              <a:rPr lang="en-US" sz="2800" b="1" dirty="0"/>
              <a:t>NTTA Staff Representatives</a:t>
            </a:r>
          </a:p>
          <a:p>
            <a:pPr marL="569902" lvl="1" indent="-342900"/>
            <a:r>
              <a:rPr lang="en-US" sz="2800" dirty="0"/>
              <a:t>Procurement Services </a:t>
            </a:r>
          </a:p>
          <a:p>
            <a:pPr marL="919139" lvl="2" indent="-457200">
              <a:buFont typeface="Courier New" panose="02070309020205020404" pitchFamily="49" charset="0"/>
              <a:buChar char="o"/>
            </a:pPr>
            <a:r>
              <a:rPr lang="en-US" sz="2533" dirty="0"/>
              <a:t>Steve Lacasse</a:t>
            </a:r>
          </a:p>
          <a:p>
            <a:pPr marL="919139" lvl="2" indent="-457200">
              <a:buFont typeface="Courier New" panose="02070309020205020404" pitchFamily="49" charset="0"/>
              <a:buChar char="o"/>
            </a:pPr>
            <a:r>
              <a:rPr lang="en-US" sz="2533" dirty="0"/>
              <a:t>Mathews C. Pillai</a:t>
            </a:r>
          </a:p>
          <a:p>
            <a:pPr marL="569902" lvl="1" indent="-342900"/>
            <a:r>
              <a:rPr lang="en-US" sz="2800" dirty="0"/>
              <a:t>Business Diversity – Lewis Leonard</a:t>
            </a:r>
          </a:p>
          <a:p>
            <a:pPr lvl="1" indent="0">
              <a:buNone/>
            </a:pPr>
            <a:endParaRPr lang="en-US" sz="2800" dirty="0"/>
          </a:p>
          <a:p>
            <a:pPr lvl="1" indent="0">
              <a:buNone/>
            </a:pPr>
            <a:endParaRPr lang="en-US" sz="2800" b="1" dirty="0">
              <a:solidFill>
                <a:srgbClr val="FF0000"/>
              </a:solidFill>
            </a:endParaRPr>
          </a:p>
          <a:p>
            <a:pPr marL="342900" indent="-342900">
              <a:buFont typeface="Arial" panose="020B0604020202020204" pitchFamily="34" charset="0"/>
              <a:buChar char="•"/>
            </a:pPr>
            <a:r>
              <a:rPr lang="en-US" sz="2800" b="1" dirty="0"/>
              <a:t>NTTA Key Staff – Subject Matter Experts </a:t>
            </a:r>
            <a:endParaRPr lang="en-US" sz="2800" dirty="0"/>
          </a:p>
          <a:p>
            <a:pPr marL="569902" lvl="1" indent="-342900"/>
            <a:r>
              <a:rPr lang="en-US" sz="2800" dirty="0">
                <a:solidFill>
                  <a:schemeClr val="tx1">
                    <a:lumMod val="75000"/>
                    <a:lumOff val="25000"/>
                  </a:schemeClr>
                </a:solidFill>
              </a:rPr>
              <a:t>Maintenance Department </a:t>
            </a:r>
          </a:p>
        </p:txBody>
      </p:sp>
      <p:sp>
        <p:nvSpPr>
          <p:cNvPr id="4" name="Title 3"/>
          <p:cNvSpPr>
            <a:spLocks noGrp="1"/>
          </p:cNvSpPr>
          <p:nvPr>
            <p:ph type="title"/>
          </p:nvPr>
        </p:nvSpPr>
        <p:spPr>
          <a:xfrm>
            <a:off x="276266" y="213544"/>
            <a:ext cx="11585768" cy="831851"/>
          </a:xfrm>
        </p:spPr>
        <p:txBody>
          <a:bodyPr/>
          <a:lstStyle/>
          <a:p>
            <a:r>
              <a:rPr lang="en-US" sz="3200" b="1" dirty="0"/>
              <a:t>Introductions </a:t>
            </a:r>
            <a:endParaRPr lang="en-US" sz="3200" b="1" dirty="0">
              <a:solidFill>
                <a:srgbClr val="FF0000"/>
              </a:solidFill>
            </a:endParaRPr>
          </a:p>
        </p:txBody>
      </p:sp>
      <p:cxnSp>
        <p:nvCxnSpPr>
          <p:cNvPr id="5" name="Straight Connector 4"/>
          <p:cNvCxnSpPr/>
          <p:nvPr/>
        </p:nvCxnSpPr>
        <p:spPr>
          <a:xfrm>
            <a:off x="314516" y="1159706"/>
            <a:ext cx="11419554" cy="20444"/>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4</a:t>
            </a:fld>
            <a:endParaRPr lang="en-US" dirty="0">
              <a:solidFill>
                <a:srgbClr val="FFFFFF"/>
              </a:solidFill>
            </a:endParaRPr>
          </a:p>
        </p:txBody>
      </p:sp>
    </p:spTree>
    <p:extLst>
      <p:ext uri="{BB962C8B-B14F-4D97-AF65-F5344CB8AC3E}">
        <p14:creationId xmlns:p14="http://schemas.microsoft.com/office/powerpoint/2010/main" val="164533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65" y="213544"/>
            <a:ext cx="11915735" cy="831851"/>
          </a:xfrm>
        </p:spPr>
        <p:txBody>
          <a:bodyPr/>
          <a:lstStyle/>
          <a:p>
            <a:r>
              <a:rPr lang="en-US" sz="3200" b="1" dirty="0"/>
              <a:t>Disclaimer </a:t>
            </a:r>
            <a:endParaRPr lang="en-US" sz="3200" b="1" dirty="0">
              <a:solidFill>
                <a:srgbClr val="FF0000"/>
              </a:solidFill>
            </a:endParaRPr>
          </a:p>
        </p:txBody>
      </p:sp>
      <p:cxnSp>
        <p:nvCxnSpPr>
          <p:cNvPr id="5" name="Straight Connector 4"/>
          <p:cNvCxnSpPr/>
          <p:nvPr/>
        </p:nvCxnSpPr>
        <p:spPr>
          <a:xfrm>
            <a:off x="314516" y="1159706"/>
            <a:ext cx="11419554" cy="20444"/>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Text Placeholder 2"/>
          <p:cNvSpPr>
            <a:spLocks noGrp="1"/>
          </p:cNvSpPr>
          <p:nvPr>
            <p:ph type="body" sz="quarter" idx="11"/>
          </p:nvPr>
        </p:nvSpPr>
        <p:spPr>
          <a:xfrm>
            <a:off x="314516" y="1314898"/>
            <a:ext cx="11472672" cy="1792796"/>
          </a:xfrm>
        </p:spPr>
        <p:txBody>
          <a:bodyPr/>
          <a:lstStyle/>
          <a:p>
            <a:r>
              <a:rPr lang="en-US" sz="2800" dirty="0"/>
              <a:t>Anything stated at this pre-bid </a:t>
            </a:r>
            <a:r>
              <a:rPr lang="en-US" sz="2800" dirty="0">
                <a:solidFill>
                  <a:schemeClr val="tx1">
                    <a:lumMod val="75000"/>
                    <a:lumOff val="25000"/>
                  </a:schemeClr>
                </a:solidFill>
              </a:rPr>
              <a:t>conf</a:t>
            </a:r>
            <a:r>
              <a:rPr lang="en-US" sz="2800" dirty="0"/>
              <a:t>erence is not intended to change any terms and/or conditions stated in the solicitation document.  Any authorized changes will be made in writing in the form of a clarification/addendum issued by the Procurement Department. </a:t>
            </a:r>
          </a:p>
        </p:txBody>
      </p:sp>
      <p:sp>
        <p:nvSpPr>
          <p:cNvPr id="3" name="Slide Number Placeholder 2"/>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5</a:t>
            </a:fld>
            <a:endParaRPr lang="en-US" dirty="0">
              <a:solidFill>
                <a:srgbClr val="FFFFFF"/>
              </a:solidFill>
            </a:endParaRPr>
          </a:p>
        </p:txBody>
      </p:sp>
    </p:spTree>
    <p:extLst>
      <p:ext uri="{BB962C8B-B14F-4D97-AF65-F5344CB8AC3E}">
        <p14:creationId xmlns:p14="http://schemas.microsoft.com/office/powerpoint/2010/main" val="3194664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60275" y="2293933"/>
            <a:ext cx="5331725" cy="1176735"/>
          </a:xfrm>
        </p:spPr>
        <p:txBody>
          <a:bodyPr/>
          <a:lstStyle/>
          <a:p>
            <a:r>
              <a:rPr lang="en-US" b="1" dirty="0"/>
              <a:t>NTTA Marketplace</a:t>
            </a:r>
            <a:endParaRPr lang="en-US" sz="2000" b="1" dirty="0"/>
          </a:p>
        </p:txBody>
      </p:sp>
    </p:spTree>
    <p:extLst>
      <p:ext uri="{BB962C8B-B14F-4D97-AF65-F5344CB8AC3E}">
        <p14:creationId xmlns:p14="http://schemas.microsoft.com/office/powerpoint/2010/main" val="153378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2900" y="0"/>
            <a:ext cx="10154605" cy="831851"/>
          </a:xfrm>
        </p:spPr>
        <p:txBody>
          <a:bodyPr/>
          <a:lstStyle/>
          <a:p>
            <a:r>
              <a:rPr lang="en-US" b="1" dirty="0"/>
              <a:t> </a:t>
            </a:r>
            <a:r>
              <a:rPr lang="en-US" sz="3200" b="1" dirty="0"/>
              <a:t>NTTA Marketplace Registration Required</a:t>
            </a:r>
          </a:p>
        </p:txBody>
      </p:sp>
      <p:sp>
        <p:nvSpPr>
          <p:cNvPr id="14" name="TextBox 13"/>
          <p:cNvSpPr txBox="1"/>
          <p:nvPr/>
        </p:nvSpPr>
        <p:spPr>
          <a:xfrm>
            <a:off x="849225" y="5103746"/>
            <a:ext cx="4410977" cy="523220"/>
          </a:xfrm>
          <a:prstGeom prst="rect">
            <a:avLst/>
          </a:prstGeom>
          <a:noFill/>
        </p:spPr>
        <p:txBody>
          <a:bodyPr wrap="square" rtlCol="0">
            <a:spAutoFit/>
          </a:bodyPr>
          <a:lstStyle/>
          <a:p>
            <a:pPr fontAlgn="base">
              <a:spcBef>
                <a:spcPct val="0"/>
              </a:spcBef>
              <a:spcAft>
                <a:spcPct val="0"/>
              </a:spcAft>
            </a:pPr>
            <a:r>
              <a:rPr lang="en-US" sz="2800" u="sng" kern="0" dirty="0">
                <a:solidFill>
                  <a:srgbClr val="0000FF"/>
                </a:solidFill>
              </a:rPr>
              <a:t>nttamarketplace.org</a:t>
            </a:r>
          </a:p>
        </p:txBody>
      </p:sp>
      <p:cxnSp>
        <p:nvCxnSpPr>
          <p:cNvPr id="36" name="Straight Connector 35"/>
          <p:cNvCxnSpPr/>
          <p:nvPr/>
        </p:nvCxnSpPr>
        <p:spPr>
          <a:xfrm>
            <a:off x="400678" y="875504"/>
            <a:ext cx="11472415" cy="23718"/>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bwMode="auto">
          <a:xfrm>
            <a:off x="1737221" y="5856495"/>
            <a:ext cx="9233044" cy="313932"/>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indent="0" algn="l" defTabSz="914400" rtl="0" eaLnBrk="1" fontAlgn="base" latinLnBrk="0" hangingPunct="1">
              <a:lnSpc>
                <a:spcPct val="100000"/>
              </a:lnSpc>
              <a:spcBef>
                <a:spcPts val="300"/>
              </a:spcBef>
              <a:spcAft>
                <a:spcPts val="400"/>
              </a:spcAft>
              <a:buClr>
                <a:schemeClr val="accent5">
                  <a:lumMod val="50000"/>
                </a:schemeClr>
              </a:buClr>
              <a:buSzTx/>
              <a:buFont typeface="Webdings" pitchFamily="18" charset="2"/>
              <a:buNone/>
              <a:tabLst/>
            </a:pPr>
            <a:r>
              <a:rPr kumimoji="0" lang="en-US" b="0" i="0" u="none" strike="noStrike" kern="0" cap="none" spc="0" normalizeH="0" baseline="0" noProof="0" dirty="0">
                <a:ln>
                  <a:noFill/>
                </a:ln>
                <a:solidFill>
                  <a:schemeClr val="tx1"/>
                </a:solidFill>
                <a:effectLst/>
                <a:uLnTx/>
                <a:uFillTx/>
                <a:ea typeface="+mn-ea"/>
                <a:cs typeface="+mn-cs"/>
              </a:rPr>
              <a:t>A process guide for vendor registration is on the login page under Important Links.</a:t>
            </a:r>
          </a:p>
        </p:txBody>
      </p:sp>
      <p:sp>
        <p:nvSpPr>
          <p:cNvPr id="4" name="Slide Number Placeholder 3"/>
          <p:cNvSpPr>
            <a:spLocks noGrp="1"/>
          </p:cNvSpPr>
          <p:nvPr>
            <p:ph type="sldNum" sz="quarter" idx="10"/>
          </p:nvPr>
        </p:nvSpPr>
        <p:spPr/>
        <p:txBody>
          <a:bodyPr/>
          <a:lstStyle/>
          <a:p>
            <a:pPr>
              <a:buClr>
                <a:srgbClr val="000000"/>
              </a:buClr>
            </a:pPr>
            <a:fld id="{E4F94C26-2A70-4961-AAB1-3557AEA8AC57}" type="slidenum">
              <a:rPr lang="en-US" smtClean="0">
                <a:solidFill>
                  <a:srgbClr val="FFFFFF"/>
                </a:solidFill>
              </a:rPr>
              <a:pPr>
                <a:buClr>
                  <a:srgbClr val="000000"/>
                </a:buClr>
              </a:pPr>
              <a:t>7</a:t>
            </a:fld>
            <a:endParaRPr lang="en-US" dirty="0">
              <a:solidFill>
                <a:srgbClr val="FFFFFF"/>
              </a:solidFill>
            </a:endParaRPr>
          </a:p>
        </p:txBody>
      </p:sp>
      <p:grpSp>
        <p:nvGrpSpPr>
          <p:cNvPr id="2" name="Group 1">
            <a:extLst>
              <a:ext uri="{FF2B5EF4-FFF2-40B4-BE49-F238E27FC236}">
                <a16:creationId xmlns:a16="http://schemas.microsoft.com/office/drawing/2014/main" id="{765A92AD-FA71-396B-72D8-481F3777A1D4}"/>
              </a:ext>
            </a:extLst>
          </p:cNvPr>
          <p:cNvGrpSpPr/>
          <p:nvPr/>
        </p:nvGrpSpPr>
        <p:grpSpPr>
          <a:xfrm>
            <a:off x="331277" y="756903"/>
            <a:ext cx="11611216" cy="4070288"/>
            <a:chOff x="331277" y="756903"/>
            <a:chExt cx="11611216" cy="4070288"/>
          </a:xfrm>
        </p:grpSpPr>
        <p:pic>
          <p:nvPicPr>
            <p:cNvPr id="5" name="Picture 4">
              <a:extLst>
                <a:ext uri="{FF2B5EF4-FFF2-40B4-BE49-F238E27FC236}">
                  <a16:creationId xmlns:a16="http://schemas.microsoft.com/office/drawing/2014/main" id="{9A879EA2-4897-8A36-C26C-2B5FCA471378}"/>
                </a:ext>
              </a:extLst>
            </p:cNvPr>
            <p:cNvPicPr>
              <a:picLocks noChangeAspect="1"/>
            </p:cNvPicPr>
            <p:nvPr/>
          </p:nvPicPr>
          <p:blipFill>
            <a:blip r:embed="rId3"/>
            <a:stretch>
              <a:fillRect/>
            </a:stretch>
          </p:blipFill>
          <p:spPr>
            <a:xfrm>
              <a:off x="331277" y="1355148"/>
              <a:ext cx="11611216" cy="3472043"/>
            </a:xfrm>
            <a:prstGeom prst="rect">
              <a:avLst/>
            </a:prstGeom>
          </p:spPr>
        </p:pic>
        <p:sp>
          <p:nvSpPr>
            <p:cNvPr id="45" name="Down Arrow 44"/>
            <p:cNvSpPr/>
            <p:nvPr/>
          </p:nvSpPr>
          <p:spPr bwMode="auto">
            <a:xfrm>
              <a:off x="10283376" y="756903"/>
              <a:ext cx="686889" cy="673193"/>
            </a:xfrm>
            <a:prstGeom prst="downArrow">
              <a:avLst/>
            </a:prstGeom>
            <a:solidFill>
              <a:srgbClr val="FF0000"/>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3137755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buClr>
                <a:srgbClr val="000000"/>
              </a:buClr>
            </a:pPr>
            <a:fld id="{E4F94C26-2A70-4961-AAB1-3557AEA8AC57}" type="slidenum">
              <a:rPr lang="en-US" smtClean="0">
                <a:solidFill>
                  <a:srgbClr val="FFFFFF"/>
                </a:solidFill>
              </a:rPr>
              <a:pPr>
                <a:buClr>
                  <a:srgbClr val="000000"/>
                </a:buClr>
              </a:pPr>
              <a:t>8</a:t>
            </a:fld>
            <a:endParaRPr lang="en-US" dirty="0">
              <a:solidFill>
                <a:srgbClr val="FFFFFF"/>
              </a:solidFill>
            </a:endParaRPr>
          </a:p>
        </p:txBody>
      </p:sp>
      <p:sp>
        <p:nvSpPr>
          <p:cNvPr id="3" name="Title 2"/>
          <p:cNvSpPr>
            <a:spLocks noGrp="1"/>
          </p:cNvSpPr>
          <p:nvPr>
            <p:ph type="title"/>
          </p:nvPr>
        </p:nvSpPr>
        <p:spPr>
          <a:xfrm>
            <a:off x="1247775" y="0"/>
            <a:ext cx="9089730" cy="831851"/>
          </a:xfrm>
          <a:noFill/>
          <a:ln>
            <a:noFill/>
          </a:ln>
        </p:spPr>
        <p:txBody>
          <a:bodyPr/>
          <a:lstStyle/>
          <a:p>
            <a:r>
              <a:rPr lang="en-US" b="1" dirty="0"/>
              <a:t>Marketplace Assistance</a:t>
            </a:r>
            <a:endParaRPr lang="en-US" sz="3200" b="1" dirty="0"/>
          </a:p>
        </p:txBody>
      </p:sp>
      <p:cxnSp>
        <p:nvCxnSpPr>
          <p:cNvPr id="36" name="Straight Connector 35"/>
          <p:cNvCxnSpPr/>
          <p:nvPr/>
        </p:nvCxnSpPr>
        <p:spPr>
          <a:xfrm>
            <a:off x="400678" y="875504"/>
            <a:ext cx="11472415" cy="23718"/>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bwMode="auto">
          <a:xfrm>
            <a:off x="474312" y="1167125"/>
            <a:ext cx="11804517" cy="1647631"/>
          </a:xfrm>
          <a:prstGeom prst="rect">
            <a:avLst/>
          </a:prstGeom>
          <a:solidFill>
            <a:srgbClr val="FFFFFF"/>
          </a:solidFill>
          <a:ln w="9525">
            <a:noFill/>
            <a:miter lim="800000"/>
            <a:headEnd/>
            <a:tailEnd/>
          </a:ln>
          <a:effectLst>
            <a:softEdge rad="63500"/>
          </a:effectLst>
        </p:spPr>
        <p:txBody>
          <a:bodyPr vert="horz" wrap="square" lIns="18288" tIns="18288" rIns="18288" bIns="18288" numCol="1" rtlCol="0" anchor="t" anchorCtr="0" compatLnSpc="1">
            <a:prstTxWarp prst="textNoShape">
              <a:avLst/>
            </a:prstTxWarp>
            <a:spAutoFit/>
          </a:bodyPr>
          <a:lstStyle/>
          <a:p>
            <a:pPr fontAlgn="base">
              <a:spcBef>
                <a:spcPts val="300"/>
              </a:spcBef>
              <a:spcAft>
                <a:spcPts val="400"/>
              </a:spcAft>
              <a:buClr>
                <a:srgbClr val="59595C">
                  <a:lumMod val="50000"/>
                </a:srgbClr>
              </a:buClr>
              <a:buFont typeface="Webdings" pitchFamily="18" charset="2"/>
              <a:buNone/>
            </a:pPr>
            <a:r>
              <a:rPr lang="en-US" sz="2800" kern="0" dirty="0">
                <a:solidFill>
                  <a:srgbClr val="000000"/>
                </a:solidFill>
              </a:rPr>
              <a:t>Registration process begins with the Register button in the top-right corner</a:t>
            </a:r>
          </a:p>
          <a:p>
            <a:pPr fontAlgn="base">
              <a:spcBef>
                <a:spcPts val="300"/>
              </a:spcBef>
              <a:spcAft>
                <a:spcPts val="400"/>
              </a:spcAft>
              <a:buClr>
                <a:srgbClr val="59595C">
                  <a:lumMod val="50000"/>
                </a:srgbClr>
              </a:buClr>
              <a:buFont typeface="Webdings" pitchFamily="18" charset="2"/>
              <a:buNone/>
            </a:pPr>
            <a:endParaRPr lang="en-US" sz="900" kern="0" dirty="0">
              <a:solidFill>
                <a:srgbClr val="000000"/>
              </a:solidFill>
            </a:endParaRPr>
          </a:p>
          <a:p>
            <a:pPr fontAlgn="base">
              <a:spcBef>
                <a:spcPts val="300"/>
              </a:spcBef>
              <a:spcAft>
                <a:spcPts val="400"/>
              </a:spcAft>
              <a:buClr>
                <a:srgbClr val="59595C">
                  <a:lumMod val="50000"/>
                </a:srgbClr>
              </a:buClr>
              <a:buFont typeface="Webdings" pitchFamily="18" charset="2"/>
              <a:buNone/>
            </a:pPr>
            <a:r>
              <a:rPr lang="en-US" sz="2800" kern="0" dirty="0">
                <a:solidFill>
                  <a:srgbClr val="000000"/>
                </a:solidFill>
              </a:rPr>
              <a:t>The “Important Links” section contains guidance documents for your reference.</a:t>
            </a:r>
          </a:p>
        </p:txBody>
      </p:sp>
      <p:sp>
        <p:nvSpPr>
          <p:cNvPr id="12" name="TextBox 11"/>
          <p:cNvSpPr txBox="1"/>
          <p:nvPr/>
        </p:nvSpPr>
        <p:spPr bwMode="auto">
          <a:xfrm>
            <a:off x="862072" y="2926274"/>
            <a:ext cx="4364269" cy="3219856"/>
          </a:xfrm>
          <a:prstGeom prst="rect">
            <a:avLst/>
          </a:prstGeom>
          <a:solidFill>
            <a:srgbClr val="FFFFFF"/>
          </a:solidFill>
          <a:ln w="9525">
            <a:noFill/>
            <a:miter lim="800000"/>
            <a:headEnd/>
            <a:tailEnd/>
          </a:ln>
          <a:effectLst>
            <a:softEdge rad="88900"/>
          </a:effectLst>
        </p:spPr>
        <p:txBody>
          <a:bodyPr vert="horz" wrap="square" lIns="18288" tIns="18288" rIns="18288" bIns="18288" numCol="1" rtlCol="0" anchor="t" anchorCtr="0" compatLnSpc="1">
            <a:prstTxWarp prst="textNoShape">
              <a:avLst/>
            </a:prstTxWarp>
            <a:spAutoFit/>
          </a:bodyPr>
          <a:lstStyle/>
          <a:p>
            <a:pPr fontAlgn="base">
              <a:spcBef>
                <a:spcPts val="300"/>
              </a:spcBef>
              <a:spcAft>
                <a:spcPts val="400"/>
              </a:spcAft>
              <a:buClr>
                <a:srgbClr val="59595C">
                  <a:lumMod val="50000"/>
                </a:srgbClr>
              </a:buClr>
            </a:pPr>
            <a:endParaRPr lang="en-US" sz="2000" kern="0" dirty="0">
              <a:solidFill>
                <a:srgbClr val="000000"/>
              </a:solidFill>
            </a:endParaRPr>
          </a:p>
          <a:p>
            <a:pPr fontAlgn="base">
              <a:spcBef>
                <a:spcPts val="300"/>
              </a:spcBef>
              <a:spcAft>
                <a:spcPts val="400"/>
              </a:spcAft>
              <a:buClr>
                <a:srgbClr val="59595C">
                  <a:lumMod val="50000"/>
                </a:srgbClr>
              </a:buClr>
            </a:pPr>
            <a:r>
              <a:rPr lang="en-US" sz="2800" kern="0" dirty="0">
                <a:solidFill>
                  <a:srgbClr val="000000"/>
                </a:solidFill>
              </a:rPr>
              <a:t>“Important Links” contains:</a:t>
            </a:r>
          </a:p>
          <a:p>
            <a:pPr marL="342900" indent="-34290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Registration help</a:t>
            </a:r>
          </a:p>
          <a:p>
            <a:pPr marL="342900" indent="-34290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NIGP code selection guidance</a:t>
            </a:r>
          </a:p>
          <a:p>
            <a:pPr marL="342900" indent="-34290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Site navigation assistance</a:t>
            </a:r>
          </a:p>
          <a:p>
            <a:pPr marL="342900" indent="-34290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Directions on submitting questions</a:t>
            </a:r>
          </a:p>
          <a:p>
            <a:pPr marL="342900" indent="-34290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Directions on electronic response</a:t>
            </a:r>
          </a:p>
          <a:p>
            <a:pPr marL="285750" indent="-285750" fontAlgn="base">
              <a:spcBef>
                <a:spcPts val="300"/>
              </a:spcBef>
              <a:spcAft>
                <a:spcPts val="400"/>
              </a:spcAft>
              <a:buClr>
                <a:srgbClr val="59595C">
                  <a:lumMod val="50000"/>
                </a:srgbClr>
              </a:buClr>
              <a:buFont typeface="Arial" panose="020B0604020202020204" pitchFamily="34" charset="0"/>
              <a:buChar char="•"/>
            </a:pPr>
            <a:endParaRPr lang="en-US" kern="0" dirty="0">
              <a:solidFill>
                <a:srgbClr val="000000"/>
              </a:solidFill>
            </a:endParaRPr>
          </a:p>
        </p:txBody>
      </p:sp>
      <p:pic>
        <p:nvPicPr>
          <p:cNvPr id="8" name="Picture 7">
            <a:extLst>
              <a:ext uri="{FF2B5EF4-FFF2-40B4-BE49-F238E27FC236}">
                <a16:creationId xmlns:a16="http://schemas.microsoft.com/office/drawing/2014/main" id="{A3EF8B70-147C-58CC-9109-0E6451CD7A02}"/>
              </a:ext>
            </a:extLst>
          </p:cNvPr>
          <p:cNvPicPr>
            <a:picLocks noChangeAspect="1"/>
          </p:cNvPicPr>
          <p:nvPr/>
        </p:nvPicPr>
        <p:blipFill>
          <a:blip r:embed="rId3"/>
          <a:stretch>
            <a:fillRect/>
          </a:stretch>
        </p:blipFill>
        <p:spPr>
          <a:xfrm>
            <a:off x="8125976" y="452371"/>
            <a:ext cx="2952750" cy="638175"/>
          </a:xfrm>
          <a:prstGeom prst="rect">
            <a:avLst/>
          </a:prstGeom>
        </p:spPr>
      </p:pic>
      <p:sp>
        <p:nvSpPr>
          <p:cNvPr id="10" name="Rounded Rectangle 9"/>
          <p:cNvSpPr/>
          <p:nvPr/>
        </p:nvSpPr>
        <p:spPr bwMode="auto">
          <a:xfrm>
            <a:off x="8196043" y="406102"/>
            <a:ext cx="1937857" cy="730714"/>
          </a:xfrm>
          <a:prstGeom prst="roundRect">
            <a:avLst/>
          </a:prstGeom>
          <a:noFill/>
          <a:ln w="69850" cap="flat" cmpd="sng" algn="ctr">
            <a:gradFill>
              <a:gsLst>
                <a:gs pos="0">
                  <a:srgbClr val="FF8F27"/>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2400">
              <a:solidFill>
                <a:srgbClr val="000000"/>
              </a:solidFill>
              <a:latin typeface="Times New Roman" pitchFamily="18" charset="0"/>
            </a:endParaRPr>
          </a:p>
        </p:txBody>
      </p:sp>
      <p:pic>
        <p:nvPicPr>
          <p:cNvPr id="13" name="Picture 12">
            <a:extLst>
              <a:ext uri="{FF2B5EF4-FFF2-40B4-BE49-F238E27FC236}">
                <a16:creationId xmlns:a16="http://schemas.microsoft.com/office/drawing/2014/main" id="{C3C0A937-BACD-295E-0456-A40A60B81FD4}"/>
              </a:ext>
            </a:extLst>
          </p:cNvPr>
          <p:cNvPicPr>
            <a:picLocks noChangeAspect="1"/>
          </p:cNvPicPr>
          <p:nvPr/>
        </p:nvPicPr>
        <p:blipFill>
          <a:blip r:embed="rId4"/>
          <a:stretch>
            <a:fillRect/>
          </a:stretch>
        </p:blipFill>
        <p:spPr>
          <a:xfrm>
            <a:off x="6428766" y="2498304"/>
            <a:ext cx="5288922" cy="3939929"/>
          </a:xfrm>
          <a:prstGeom prst="rect">
            <a:avLst/>
          </a:prstGeom>
        </p:spPr>
      </p:pic>
      <p:sp>
        <p:nvSpPr>
          <p:cNvPr id="14" name="TextBox 13"/>
          <p:cNvSpPr txBox="1"/>
          <p:nvPr/>
        </p:nvSpPr>
        <p:spPr>
          <a:xfrm>
            <a:off x="3951215" y="2498304"/>
            <a:ext cx="3352640" cy="523220"/>
          </a:xfrm>
          <a:prstGeom prst="rect">
            <a:avLst/>
          </a:prstGeom>
          <a:solidFill>
            <a:srgbClr val="FFFFFF"/>
          </a:solidFill>
          <a:effectLst>
            <a:softEdge rad="114300"/>
          </a:effectLst>
        </p:spPr>
        <p:txBody>
          <a:bodyPr wrap="square" rtlCol="0">
            <a:spAutoFit/>
          </a:bodyPr>
          <a:lstStyle/>
          <a:p>
            <a:pPr fontAlgn="base">
              <a:spcBef>
                <a:spcPct val="0"/>
              </a:spcBef>
              <a:spcAft>
                <a:spcPct val="0"/>
              </a:spcAft>
            </a:pPr>
            <a:r>
              <a:rPr lang="en-US" sz="2800" u="sng" kern="0" dirty="0">
                <a:solidFill>
                  <a:srgbClr val="0000FF"/>
                </a:solidFill>
              </a:rPr>
              <a:t>nttamarketplace.org</a:t>
            </a:r>
          </a:p>
        </p:txBody>
      </p:sp>
    </p:spTree>
    <p:extLst>
      <p:ext uri="{BB962C8B-B14F-4D97-AF65-F5344CB8AC3E}">
        <p14:creationId xmlns:p14="http://schemas.microsoft.com/office/powerpoint/2010/main" val="3718474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buClr>
                <a:srgbClr val="000000"/>
              </a:buClr>
            </a:pPr>
            <a:fld id="{E4F94C26-2A70-4961-AAB1-3557AEA8AC57}" type="slidenum">
              <a:rPr lang="en-US" smtClean="0">
                <a:solidFill>
                  <a:srgbClr val="FFFFFF"/>
                </a:solidFill>
              </a:rPr>
              <a:pPr>
                <a:buClr>
                  <a:srgbClr val="000000"/>
                </a:buClr>
              </a:pPr>
              <a:t>9</a:t>
            </a:fld>
            <a:endParaRPr lang="en-US" dirty="0">
              <a:solidFill>
                <a:srgbClr val="FFFFFF"/>
              </a:solidFill>
            </a:endParaRPr>
          </a:p>
        </p:txBody>
      </p:sp>
      <p:cxnSp>
        <p:nvCxnSpPr>
          <p:cNvPr id="36" name="Straight Connector 35"/>
          <p:cNvCxnSpPr/>
          <p:nvPr/>
        </p:nvCxnSpPr>
        <p:spPr>
          <a:xfrm>
            <a:off x="400678" y="875504"/>
            <a:ext cx="11472415" cy="23718"/>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4" name="Title 2"/>
          <p:cNvSpPr>
            <a:spLocks noGrp="1"/>
          </p:cNvSpPr>
          <p:nvPr>
            <p:ph type="title"/>
          </p:nvPr>
        </p:nvSpPr>
        <p:spPr>
          <a:xfrm>
            <a:off x="1247775" y="0"/>
            <a:ext cx="9089730" cy="831851"/>
          </a:xfrm>
          <a:noFill/>
          <a:ln>
            <a:noFill/>
          </a:ln>
        </p:spPr>
        <p:txBody>
          <a:bodyPr/>
          <a:lstStyle/>
          <a:p>
            <a:r>
              <a:rPr lang="en-US" b="1" dirty="0"/>
              <a:t>Solicitation Participation</a:t>
            </a:r>
            <a:endParaRPr lang="en-US" sz="3200" b="1" dirty="0"/>
          </a:p>
        </p:txBody>
      </p:sp>
      <p:sp>
        <p:nvSpPr>
          <p:cNvPr id="10" name="TextBox 9"/>
          <p:cNvSpPr txBox="1"/>
          <p:nvPr/>
        </p:nvSpPr>
        <p:spPr>
          <a:xfrm>
            <a:off x="8394677" y="3896063"/>
            <a:ext cx="3323010" cy="523220"/>
          </a:xfrm>
          <a:prstGeom prst="rect">
            <a:avLst/>
          </a:prstGeom>
          <a:solidFill>
            <a:srgbClr val="FFFFFF"/>
          </a:solidFill>
          <a:effectLst>
            <a:softEdge rad="114300"/>
          </a:effectLst>
        </p:spPr>
        <p:txBody>
          <a:bodyPr wrap="square" rtlCol="0">
            <a:spAutoFit/>
          </a:bodyPr>
          <a:lstStyle/>
          <a:p>
            <a:pPr fontAlgn="base">
              <a:spcBef>
                <a:spcPct val="0"/>
              </a:spcBef>
              <a:spcAft>
                <a:spcPct val="0"/>
              </a:spcAft>
            </a:pPr>
            <a:r>
              <a:rPr lang="en-US" sz="2800" u="sng" kern="0" dirty="0">
                <a:solidFill>
                  <a:srgbClr val="0000FF"/>
                </a:solidFill>
              </a:rPr>
              <a:t>nttamarketplace.org</a:t>
            </a:r>
          </a:p>
        </p:txBody>
      </p:sp>
      <p:sp>
        <p:nvSpPr>
          <p:cNvPr id="11" name="TextBox 10"/>
          <p:cNvSpPr txBox="1"/>
          <p:nvPr/>
        </p:nvSpPr>
        <p:spPr bwMode="auto">
          <a:xfrm>
            <a:off x="1054399" y="1544603"/>
            <a:ext cx="6322372" cy="4045723"/>
          </a:xfrm>
          <a:prstGeom prst="rect">
            <a:avLst/>
          </a:prstGeom>
          <a:solidFill>
            <a:srgbClr val="FFFFFF"/>
          </a:solidFill>
          <a:ln w="9525">
            <a:noFill/>
            <a:miter lim="800000"/>
            <a:headEnd/>
            <a:tailEnd/>
          </a:ln>
          <a:effectLst>
            <a:softEdge rad="88900"/>
          </a:effectLst>
        </p:spPr>
        <p:txBody>
          <a:bodyPr vert="horz" wrap="square" lIns="18288" tIns="18288" rIns="18288" bIns="18288" numCol="1" rtlCol="0" anchor="t" anchorCtr="0" compatLnSpc="1">
            <a:prstTxWarp prst="textNoShape">
              <a:avLst/>
            </a:prstTxWarp>
            <a:spAutoFit/>
          </a:bodyPr>
          <a:lstStyle/>
          <a:p>
            <a:pPr fontAlgn="base">
              <a:spcBef>
                <a:spcPts val="300"/>
              </a:spcBef>
              <a:spcAft>
                <a:spcPts val="400"/>
              </a:spcAft>
              <a:buClr>
                <a:srgbClr val="59595C">
                  <a:lumMod val="50000"/>
                </a:srgbClr>
              </a:buClr>
              <a:buFont typeface="Webdings" pitchFamily="18" charset="2"/>
              <a:buNone/>
            </a:pPr>
            <a:endParaRPr lang="en-US" sz="2000" kern="0" dirty="0">
              <a:solidFill>
                <a:srgbClr val="000000"/>
              </a:solidFill>
            </a:endParaRPr>
          </a:p>
          <a:p>
            <a:pPr fontAlgn="base">
              <a:spcBef>
                <a:spcPts val="300"/>
              </a:spcBef>
              <a:spcAft>
                <a:spcPts val="400"/>
              </a:spcAft>
              <a:buClr>
                <a:srgbClr val="59595C">
                  <a:lumMod val="50000"/>
                </a:srgbClr>
              </a:buClr>
              <a:buFont typeface="Webdings" pitchFamily="18" charset="2"/>
              <a:buNone/>
            </a:pPr>
            <a:endParaRPr lang="en-US" sz="2000" kern="0" dirty="0">
              <a:solidFill>
                <a:srgbClr val="000000"/>
              </a:solidFill>
            </a:endParaRPr>
          </a:p>
          <a:p>
            <a:pPr fontAlgn="base">
              <a:spcBef>
                <a:spcPts val="300"/>
              </a:spcBef>
              <a:spcAft>
                <a:spcPts val="400"/>
              </a:spcAft>
              <a:buClr>
                <a:srgbClr val="59595C">
                  <a:lumMod val="50000"/>
                </a:srgbClr>
              </a:buClr>
              <a:buFont typeface="Webdings" pitchFamily="18" charset="2"/>
              <a:buNone/>
            </a:pPr>
            <a:r>
              <a:rPr lang="en-US" sz="2800" kern="0" dirty="0">
                <a:solidFill>
                  <a:srgbClr val="000000"/>
                </a:solidFill>
              </a:rPr>
              <a:t>Features to having a vendor account:</a:t>
            </a:r>
          </a:p>
          <a:p>
            <a:pPr marL="285750" indent="-285750" fontAlgn="base">
              <a:spcBef>
                <a:spcPts val="300"/>
              </a:spcBef>
              <a:spcAft>
                <a:spcPts val="400"/>
              </a:spcAft>
              <a:buClr>
                <a:srgbClr val="59595C">
                  <a:lumMod val="50000"/>
                </a:srgbClr>
              </a:buClr>
              <a:buFont typeface="Arial" panose="020B0604020202020204" pitchFamily="34" charset="0"/>
              <a:buChar char="•"/>
            </a:pPr>
            <a:endParaRPr lang="en-US" sz="2000" kern="0" dirty="0">
              <a:solidFill>
                <a:srgbClr val="000000"/>
              </a:solidFill>
            </a:endParaRPr>
          </a:p>
          <a:p>
            <a:pPr marL="285750" indent="-28575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Responding electronically</a:t>
            </a:r>
          </a:p>
          <a:p>
            <a:pPr marL="285750" indent="-28575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Submit clarifying questions </a:t>
            </a:r>
          </a:p>
          <a:p>
            <a:pPr marL="285750" indent="-28575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Receiving notifications of amendments</a:t>
            </a:r>
          </a:p>
          <a:p>
            <a:pPr marL="285750" indent="-28575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Being included on the bid holder list </a:t>
            </a:r>
          </a:p>
          <a:p>
            <a:pPr marL="285750" indent="-285750" fontAlgn="base">
              <a:spcBef>
                <a:spcPts val="300"/>
              </a:spcBef>
              <a:spcAft>
                <a:spcPts val="400"/>
              </a:spcAft>
              <a:buClr>
                <a:srgbClr val="59595C">
                  <a:lumMod val="50000"/>
                </a:srgbClr>
              </a:buClr>
              <a:buFont typeface="Arial" panose="020B0604020202020204" pitchFamily="34" charset="0"/>
              <a:buChar char="•"/>
            </a:pPr>
            <a:r>
              <a:rPr lang="en-US" sz="2000" kern="0" dirty="0">
                <a:solidFill>
                  <a:srgbClr val="000000"/>
                </a:solidFill>
              </a:rPr>
              <a:t>Access to closed solicitations and award information</a:t>
            </a:r>
          </a:p>
          <a:p>
            <a:pPr marL="285750" indent="-285750" fontAlgn="base">
              <a:spcBef>
                <a:spcPts val="300"/>
              </a:spcBef>
              <a:spcAft>
                <a:spcPts val="400"/>
              </a:spcAft>
              <a:buClr>
                <a:srgbClr val="59595C">
                  <a:lumMod val="50000"/>
                </a:srgbClr>
              </a:buClr>
              <a:buFont typeface="Arial" panose="020B0604020202020204" pitchFamily="34" charset="0"/>
              <a:buChar char="•"/>
            </a:pPr>
            <a:endParaRPr lang="en-US" sz="2000" kern="0" dirty="0">
              <a:solidFill>
                <a:srgbClr val="000000"/>
              </a:solidFill>
            </a:endParaRPr>
          </a:p>
        </p:txBody>
      </p:sp>
      <p:sp>
        <p:nvSpPr>
          <p:cNvPr id="12" name="TextBox 11"/>
          <p:cNvSpPr txBox="1"/>
          <p:nvPr/>
        </p:nvSpPr>
        <p:spPr bwMode="auto">
          <a:xfrm>
            <a:off x="400678" y="1292967"/>
            <a:ext cx="11088924" cy="898708"/>
          </a:xfrm>
          <a:prstGeom prst="rect">
            <a:avLst/>
          </a:prstGeom>
          <a:solidFill>
            <a:srgbClr val="FFFFFF"/>
          </a:solidFill>
          <a:ln w="9525">
            <a:noFill/>
            <a:miter lim="800000"/>
            <a:headEnd/>
            <a:tailEnd/>
          </a:ln>
          <a:effectLst>
            <a:softEdge rad="63500"/>
          </a:effectLst>
        </p:spPr>
        <p:txBody>
          <a:bodyPr vert="horz" wrap="square" lIns="18288" tIns="18288" rIns="18288" bIns="18288" numCol="1" rtlCol="0" anchor="t" anchorCtr="0" compatLnSpc="1">
            <a:prstTxWarp prst="textNoShape">
              <a:avLst/>
            </a:prstTxWarp>
            <a:spAutoFit/>
          </a:bodyPr>
          <a:lstStyle/>
          <a:p>
            <a:pPr fontAlgn="base">
              <a:spcBef>
                <a:spcPts val="300"/>
              </a:spcBef>
              <a:spcAft>
                <a:spcPts val="400"/>
              </a:spcAft>
              <a:buClr>
                <a:srgbClr val="59595C">
                  <a:lumMod val="50000"/>
                </a:srgbClr>
              </a:buClr>
              <a:buFont typeface="Webdings" pitchFamily="18" charset="2"/>
              <a:buNone/>
            </a:pPr>
            <a:r>
              <a:rPr lang="en-US" sz="2800" kern="0" dirty="0">
                <a:solidFill>
                  <a:srgbClr val="000000"/>
                </a:solidFill>
              </a:rPr>
              <a:t>In order to participate in a solicitation, prospective vendor must register in Marketplace</a:t>
            </a:r>
          </a:p>
        </p:txBody>
      </p:sp>
      <p:pic>
        <p:nvPicPr>
          <p:cNvPr id="3" name="Picture 2">
            <a:extLst>
              <a:ext uri="{FF2B5EF4-FFF2-40B4-BE49-F238E27FC236}">
                <a16:creationId xmlns:a16="http://schemas.microsoft.com/office/drawing/2014/main" id="{5DAB4421-E57E-A184-9218-675A9C65FFE6}"/>
              </a:ext>
            </a:extLst>
          </p:cNvPr>
          <p:cNvPicPr>
            <a:picLocks noChangeAspect="1"/>
          </p:cNvPicPr>
          <p:nvPr/>
        </p:nvPicPr>
        <p:blipFill>
          <a:blip r:embed="rId3"/>
          <a:stretch>
            <a:fillRect/>
          </a:stretch>
        </p:blipFill>
        <p:spPr>
          <a:xfrm>
            <a:off x="8125976" y="452371"/>
            <a:ext cx="2952750" cy="638175"/>
          </a:xfrm>
          <a:prstGeom prst="rect">
            <a:avLst/>
          </a:prstGeom>
        </p:spPr>
      </p:pic>
      <p:sp>
        <p:nvSpPr>
          <p:cNvPr id="5" name="Rounded Rectangle 9">
            <a:extLst>
              <a:ext uri="{FF2B5EF4-FFF2-40B4-BE49-F238E27FC236}">
                <a16:creationId xmlns:a16="http://schemas.microsoft.com/office/drawing/2014/main" id="{0CBE6C76-D471-EFCB-9BF0-C3BCD7A5EC09}"/>
              </a:ext>
            </a:extLst>
          </p:cNvPr>
          <p:cNvSpPr/>
          <p:nvPr/>
        </p:nvSpPr>
        <p:spPr bwMode="auto">
          <a:xfrm>
            <a:off x="8196043" y="406102"/>
            <a:ext cx="1937857" cy="730714"/>
          </a:xfrm>
          <a:prstGeom prst="roundRect">
            <a:avLst/>
          </a:prstGeom>
          <a:noFill/>
          <a:ln w="69850" cap="flat" cmpd="sng" algn="ctr">
            <a:gradFill>
              <a:gsLst>
                <a:gs pos="0">
                  <a:srgbClr val="FF8F27"/>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2400">
              <a:solidFill>
                <a:srgbClr val="000000"/>
              </a:solidFill>
              <a:latin typeface="Times New Roman" pitchFamily="18" charset="0"/>
            </a:endParaRPr>
          </a:p>
        </p:txBody>
      </p:sp>
    </p:spTree>
    <p:extLst>
      <p:ext uri="{BB962C8B-B14F-4D97-AF65-F5344CB8AC3E}">
        <p14:creationId xmlns:p14="http://schemas.microsoft.com/office/powerpoint/2010/main" val="2008961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buClr>
                <a:srgbClr val="000000"/>
              </a:buClr>
            </a:pPr>
            <a:fld id="{9C87F15E-2A6C-4686-9A7F-9B81C9148D0D}" type="slidenum">
              <a:rPr lang="en-US" smtClean="0">
                <a:solidFill>
                  <a:srgbClr val="FFFFFF"/>
                </a:solidFill>
              </a:rPr>
              <a:pPr>
                <a:buClr>
                  <a:srgbClr val="000000"/>
                </a:buClr>
              </a:pPr>
              <a:t>10</a:t>
            </a:fld>
            <a:endParaRPr lang="en-US" dirty="0">
              <a:solidFill>
                <a:srgbClr val="FFFFFF"/>
              </a:solidFill>
            </a:endParaRPr>
          </a:p>
        </p:txBody>
      </p:sp>
      <p:sp>
        <p:nvSpPr>
          <p:cNvPr id="6" name="Title 2"/>
          <p:cNvSpPr txBox="1">
            <a:spLocks/>
          </p:cNvSpPr>
          <p:nvPr/>
        </p:nvSpPr>
        <p:spPr>
          <a:xfrm>
            <a:off x="272788" y="195071"/>
            <a:ext cx="9690538" cy="704190"/>
          </a:xfrm>
          <a:prstGeom prst="rect">
            <a:avLst/>
          </a:prstGeom>
        </p:spPr>
        <p:style>
          <a:lnRef idx="2">
            <a:schemeClr val="accent1"/>
          </a:lnRef>
          <a:fillRef idx="1">
            <a:schemeClr val="lt1"/>
          </a:fillRef>
          <a:effectRef idx="0">
            <a:schemeClr val="accent1"/>
          </a:effectRef>
          <a:fontRef idx="minor">
            <a:schemeClr val="dk1"/>
          </a:fontRef>
        </p:style>
        <p:txBody>
          <a:bodyPr/>
          <a:lstStyle>
            <a:lvl1pPr algn="l" rtl="0" eaLnBrk="1" fontAlgn="base" hangingPunct="1">
              <a:lnSpc>
                <a:spcPct val="90000"/>
              </a:lnSpc>
              <a:spcBef>
                <a:spcPct val="0"/>
              </a:spcBef>
              <a:spcAft>
                <a:spcPct val="0"/>
              </a:spcAft>
              <a:defRPr sz="3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1900" b="1">
                <a:solidFill>
                  <a:srgbClr val="000000"/>
                </a:solidFill>
                <a:latin typeface="Arial" charset="0"/>
              </a:defRPr>
            </a:lvl2pPr>
            <a:lvl3pPr algn="l" rtl="0" eaLnBrk="1" fontAlgn="base" hangingPunct="1">
              <a:lnSpc>
                <a:spcPct val="90000"/>
              </a:lnSpc>
              <a:spcBef>
                <a:spcPct val="0"/>
              </a:spcBef>
              <a:spcAft>
                <a:spcPct val="0"/>
              </a:spcAft>
              <a:defRPr sz="1900" b="1">
                <a:solidFill>
                  <a:srgbClr val="000000"/>
                </a:solidFill>
                <a:latin typeface="Arial" charset="0"/>
              </a:defRPr>
            </a:lvl3pPr>
            <a:lvl4pPr algn="l" rtl="0" eaLnBrk="1" fontAlgn="base" hangingPunct="1">
              <a:lnSpc>
                <a:spcPct val="90000"/>
              </a:lnSpc>
              <a:spcBef>
                <a:spcPct val="0"/>
              </a:spcBef>
              <a:spcAft>
                <a:spcPct val="0"/>
              </a:spcAft>
              <a:defRPr sz="1900" b="1">
                <a:solidFill>
                  <a:srgbClr val="000000"/>
                </a:solidFill>
                <a:latin typeface="Arial" charset="0"/>
              </a:defRPr>
            </a:lvl4pPr>
            <a:lvl5pPr algn="l" rtl="0" eaLnBrk="1" fontAlgn="base" hangingPunct="1">
              <a:lnSpc>
                <a:spcPct val="90000"/>
              </a:lnSpc>
              <a:spcBef>
                <a:spcPct val="0"/>
              </a:spcBef>
              <a:spcAft>
                <a:spcPct val="0"/>
              </a:spcAft>
              <a:defRPr sz="1900" b="1">
                <a:solidFill>
                  <a:srgbClr val="000000"/>
                </a:solidFill>
                <a:latin typeface="Arial" charset="0"/>
              </a:defRPr>
            </a:lvl5pPr>
            <a:lvl6pPr marL="342892" algn="l" rtl="0" eaLnBrk="1" fontAlgn="base" hangingPunct="1">
              <a:lnSpc>
                <a:spcPct val="90000"/>
              </a:lnSpc>
              <a:spcBef>
                <a:spcPct val="0"/>
              </a:spcBef>
              <a:spcAft>
                <a:spcPct val="0"/>
              </a:spcAft>
              <a:defRPr sz="1900" b="1">
                <a:solidFill>
                  <a:srgbClr val="000000"/>
                </a:solidFill>
                <a:latin typeface="Arial" charset="0"/>
              </a:defRPr>
            </a:lvl6pPr>
            <a:lvl7pPr marL="685783" algn="l" rtl="0" eaLnBrk="1" fontAlgn="base" hangingPunct="1">
              <a:lnSpc>
                <a:spcPct val="90000"/>
              </a:lnSpc>
              <a:spcBef>
                <a:spcPct val="0"/>
              </a:spcBef>
              <a:spcAft>
                <a:spcPct val="0"/>
              </a:spcAft>
              <a:defRPr sz="1900" b="1">
                <a:solidFill>
                  <a:srgbClr val="000000"/>
                </a:solidFill>
                <a:latin typeface="Arial" charset="0"/>
              </a:defRPr>
            </a:lvl7pPr>
            <a:lvl8pPr marL="1028675" algn="l" rtl="0" eaLnBrk="1" fontAlgn="base" hangingPunct="1">
              <a:lnSpc>
                <a:spcPct val="90000"/>
              </a:lnSpc>
              <a:spcBef>
                <a:spcPct val="0"/>
              </a:spcBef>
              <a:spcAft>
                <a:spcPct val="0"/>
              </a:spcAft>
              <a:defRPr sz="1900" b="1">
                <a:solidFill>
                  <a:srgbClr val="000000"/>
                </a:solidFill>
                <a:latin typeface="Arial" charset="0"/>
              </a:defRPr>
            </a:lvl8pPr>
            <a:lvl9pPr marL="1371566" algn="l" rtl="0" eaLnBrk="1" fontAlgn="base" hangingPunct="1">
              <a:lnSpc>
                <a:spcPct val="90000"/>
              </a:lnSpc>
              <a:spcBef>
                <a:spcPct val="0"/>
              </a:spcBef>
              <a:spcAft>
                <a:spcPct val="0"/>
              </a:spcAft>
              <a:defRPr sz="1900" b="1">
                <a:solidFill>
                  <a:srgbClr val="000000"/>
                </a:solidFill>
                <a:latin typeface="Arial" charset="0"/>
              </a:defRPr>
            </a:lvl9pPr>
          </a:lstStyle>
          <a:p>
            <a:pPr defTabSz="1219170"/>
            <a:r>
              <a:rPr lang="en-US" sz="4000" b="1" dirty="0"/>
              <a:t>Responding Electronically</a:t>
            </a:r>
            <a:endParaRPr lang="en-US" sz="4000" b="1" kern="0" dirty="0"/>
          </a:p>
        </p:txBody>
      </p:sp>
      <p:sp>
        <p:nvSpPr>
          <p:cNvPr id="7" name="Rectangle 6"/>
          <p:cNvSpPr/>
          <p:nvPr/>
        </p:nvSpPr>
        <p:spPr>
          <a:xfrm>
            <a:off x="1365863" y="1149552"/>
            <a:ext cx="7504387" cy="41806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fontAlgn="base">
              <a:spcBef>
                <a:spcPts val="300"/>
              </a:spcBef>
              <a:spcAft>
                <a:spcPts val="400"/>
              </a:spcAft>
              <a:buClr>
                <a:srgbClr val="59595C">
                  <a:lumMod val="50000"/>
                </a:srgbClr>
              </a:buClr>
            </a:pPr>
            <a:r>
              <a:rPr lang="en-US" sz="2800" kern="0" dirty="0">
                <a:solidFill>
                  <a:srgbClr val="000000"/>
                </a:solidFill>
              </a:rPr>
              <a:t>Quick Steps for Responding Electronically</a:t>
            </a:r>
          </a:p>
          <a:p>
            <a:pPr lvl="0" fontAlgn="base">
              <a:spcBef>
                <a:spcPts val="300"/>
              </a:spcBef>
              <a:spcAft>
                <a:spcPts val="400"/>
              </a:spcAft>
              <a:buClr>
                <a:srgbClr val="59595C">
                  <a:lumMod val="50000"/>
                </a:srgbClr>
              </a:buClr>
            </a:pPr>
            <a:endParaRPr lang="en-US" sz="600" kern="0" dirty="0">
              <a:solidFill>
                <a:srgbClr val="000000"/>
              </a:solidFill>
            </a:endParaRPr>
          </a:p>
          <a:p>
            <a:pPr marL="514350" lvl="0" indent="-514350" fontAlgn="base">
              <a:spcBef>
                <a:spcPts val="300"/>
              </a:spcBef>
              <a:spcAft>
                <a:spcPts val="400"/>
              </a:spcAft>
              <a:buClr>
                <a:srgbClr val="59595C">
                  <a:lumMod val="50000"/>
                </a:srgbClr>
              </a:buClr>
              <a:buFont typeface="Webdings" pitchFamily="18" charset="2"/>
              <a:buAutoNum type="arabicParenR"/>
            </a:pPr>
            <a:r>
              <a:rPr lang="en-US" sz="2400" kern="0" dirty="0">
                <a:solidFill>
                  <a:srgbClr val="000000"/>
                </a:solidFill>
              </a:rPr>
              <a:t>Go to the “Seller” view for your vendor account</a:t>
            </a:r>
          </a:p>
          <a:p>
            <a:pPr marL="514350" lvl="0" indent="-514350" fontAlgn="base">
              <a:spcBef>
                <a:spcPts val="300"/>
              </a:spcBef>
              <a:spcAft>
                <a:spcPts val="400"/>
              </a:spcAft>
              <a:buClr>
                <a:srgbClr val="59595C">
                  <a:lumMod val="50000"/>
                </a:srgbClr>
              </a:buClr>
              <a:buFont typeface="Webdings" pitchFamily="18" charset="2"/>
              <a:buAutoNum type="arabicParenR"/>
            </a:pPr>
            <a:r>
              <a:rPr lang="en-US" sz="2400" kern="0" dirty="0">
                <a:solidFill>
                  <a:srgbClr val="000000"/>
                </a:solidFill>
              </a:rPr>
              <a:t>Go to the “Bids” tab and find “Open Bids”</a:t>
            </a:r>
          </a:p>
          <a:p>
            <a:pPr marL="514350" lvl="0" indent="-514350" fontAlgn="base">
              <a:spcBef>
                <a:spcPts val="300"/>
              </a:spcBef>
              <a:spcAft>
                <a:spcPts val="400"/>
              </a:spcAft>
              <a:buClr>
                <a:srgbClr val="59595C">
                  <a:lumMod val="50000"/>
                </a:srgbClr>
              </a:buClr>
              <a:buFont typeface="Webdings" pitchFamily="18" charset="2"/>
              <a:buAutoNum type="arabicParenR"/>
            </a:pPr>
            <a:r>
              <a:rPr lang="en-US" sz="2400" kern="0" dirty="0">
                <a:solidFill>
                  <a:srgbClr val="000000"/>
                </a:solidFill>
              </a:rPr>
              <a:t>Click the “Create Quote” link for the opportunity</a:t>
            </a:r>
          </a:p>
          <a:p>
            <a:pPr lvl="0" fontAlgn="base">
              <a:spcBef>
                <a:spcPts val="300"/>
              </a:spcBef>
              <a:spcAft>
                <a:spcPts val="400"/>
              </a:spcAft>
              <a:buClr>
                <a:srgbClr val="59595C">
                  <a:lumMod val="50000"/>
                </a:srgbClr>
              </a:buClr>
            </a:pPr>
            <a:endParaRPr lang="en-US" sz="600" kern="0" dirty="0">
              <a:solidFill>
                <a:srgbClr val="000000"/>
              </a:solidFill>
            </a:endParaRPr>
          </a:p>
          <a:p>
            <a:pPr lvl="0" fontAlgn="base">
              <a:spcBef>
                <a:spcPts val="300"/>
              </a:spcBef>
              <a:spcAft>
                <a:spcPts val="400"/>
              </a:spcAft>
              <a:buClr>
                <a:srgbClr val="59595C">
                  <a:lumMod val="50000"/>
                </a:srgbClr>
              </a:buClr>
            </a:pPr>
            <a:r>
              <a:rPr lang="en-US" sz="2000" kern="0" dirty="0">
                <a:solidFill>
                  <a:srgbClr val="000000"/>
                </a:solidFill>
              </a:rPr>
              <a:t>You </a:t>
            </a:r>
            <a:r>
              <a:rPr lang="en-US" sz="2000" b="1" u="sng" kern="0" dirty="0">
                <a:solidFill>
                  <a:srgbClr val="000000"/>
                </a:solidFill>
              </a:rPr>
              <a:t>must </a:t>
            </a:r>
            <a:r>
              <a:rPr lang="en-US" sz="2000" kern="0" dirty="0">
                <a:solidFill>
                  <a:srgbClr val="000000"/>
                </a:solidFill>
              </a:rPr>
              <a:t>register and log into your vendor account to respond electronically.</a:t>
            </a:r>
          </a:p>
          <a:p>
            <a:pPr lvl="0" fontAlgn="base">
              <a:spcBef>
                <a:spcPts val="300"/>
              </a:spcBef>
              <a:spcAft>
                <a:spcPts val="400"/>
              </a:spcAft>
              <a:buClr>
                <a:srgbClr val="59595C">
                  <a:lumMod val="50000"/>
                </a:srgbClr>
              </a:buClr>
            </a:pPr>
            <a:endParaRPr lang="en-US" sz="700" b="1" u="sng" kern="0" dirty="0">
              <a:solidFill>
                <a:srgbClr val="000000"/>
              </a:solidFill>
            </a:endParaRPr>
          </a:p>
          <a:p>
            <a:pPr lvl="0" fontAlgn="base">
              <a:spcBef>
                <a:spcPts val="300"/>
              </a:spcBef>
              <a:spcAft>
                <a:spcPts val="400"/>
              </a:spcAft>
              <a:buClr>
                <a:srgbClr val="59595C">
                  <a:lumMod val="50000"/>
                </a:srgbClr>
              </a:buClr>
            </a:pPr>
            <a:r>
              <a:rPr lang="en-US" sz="2000" kern="0" dirty="0">
                <a:solidFill>
                  <a:srgbClr val="000000"/>
                </a:solidFill>
              </a:rPr>
              <a:t>For more help with electronic responding, download the Marketplace Vendor Response guide from the “Attachment” tab of the solicitation.</a:t>
            </a:r>
            <a:endParaRPr lang="en-US" kern="0" dirty="0">
              <a:solidFill>
                <a:srgbClr val="000000"/>
              </a:solidFill>
            </a:endParaRPr>
          </a:p>
        </p:txBody>
      </p:sp>
      <p:pic>
        <p:nvPicPr>
          <p:cNvPr id="4" name="Picture 3">
            <a:extLst>
              <a:ext uri="{FF2B5EF4-FFF2-40B4-BE49-F238E27FC236}">
                <a16:creationId xmlns:a16="http://schemas.microsoft.com/office/drawing/2014/main" id="{2B79E1F9-B298-4D34-A080-D63993E60D58}"/>
              </a:ext>
            </a:extLst>
          </p:cNvPr>
          <p:cNvPicPr>
            <a:picLocks noChangeAspect="1"/>
          </p:cNvPicPr>
          <p:nvPr/>
        </p:nvPicPr>
        <p:blipFill>
          <a:blip r:embed="rId2"/>
          <a:stretch>
            <a:fillRect/>
          </a:stretch>
        </p:blipFill>
        <p:spPr>
          <a:xfrm>
            <a:off x="9202592" y="1691737"/>
            <a:ext cx="2171409" cy="2225922"/>
          </a:xfrm>
          <a:prstGeom prst="rect">
            <a:avLst/>
          </a:prstGeom>
        </p:spPr>
      </p:pic>
      <p:sp>
        <p:nvSpPr>
          <p:cNvPr id="9" name="Rectangle 8">
            <a:extLst>
              <a:ext uri="{FF2B5EF4-FFF2-40B4-BE49-F238E27FC236}">
                <a16:creationId xmlns:a16="http://schemas.microsoft.com/office/drawing/2014/main" id="{7ACE7B5E-6EED-4F63-99E4-36394B33ED0C}"/>
              </a:ext>
            </a:extLst>
          </p:cNvPr>
          <p:cNvSpPr/>
          <p:nvPr/>
        </p:nvSpPr>
        <p:spPr bwMode="auto">
          <a:xfrm>
            <a:off x="9319434" y="2508308"/>
            <a:ext cx="1057013" cy="318782"/>
          </a:xfrm>
          <a:prstGeom prst="rect">
            <a:avLst/>
          </a:prstGeom>
          <a:noFill/>
          <a:ln w="28575" cap="flat" cmpd="sng" algn="ctr">
            <a:solidFill>
              <a:schemeClr val="accent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853699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148250" y="101995"/>
            <a:ext cx="4652486" cy="6335453"/>
          </a:xfrm>
          <a:prstGeom prst="rect">
            <a:avLst/>
          </a:prstGeom>
          <a:noFill/>
          <a:ln w="571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sp>
        <p:nvSpPr>
          <p:cNvPr id="11" name="Rectangle 10"/>
          <p:cNvSpPr/>
          <p:nvPr/>
        </p:nvSpPr>
        <p:spPr bwMode="auto">
          <a:xfrm>
            <a:off x="4914588" y="101994"/>
            <a:ext cx="7174743" cy="6335453"/>
          </a:xfrm>
          <a:prstGeom prst="rect">
            <a:avLst/>
          </a:prstGeom>
          <a:solidFill>
            <a:srgbClr val="002060"/>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fontAlgn="base">
              <a:spcBef>
                <a:spcPct val="0"/>
              </a:spcBef>
              <a:spcAft>
                <a:spcPct val="0"/>
              </a:spcAft>
            </a:pPr>
            <a:endParaRPr lang="en-US" sz="3200" dirty="0">
              <a:solidFill>
                <a:srgbClr val="000000"/>
              </a:solidFill>
              <a:latin typeface="Times New Roman" pitchFamily="18" charset="0"/>
            </a:endParaRPr>
          </a:p>
        </p:txBody>
      </p:sp>
      <p:sp>
        <p:nvSpPr>
          <p:cNvPr id="12" name="Rectangle 11"/>
          <p:cNvSpPr/>
          <p:nvPr/>
        </p:nvSpPr>
        <p:spPr bwMode="auto">
          <a:xfrm rot="2700000">
            <a:off x="4657414" y="3171824"/>
            <a:ext cx="514351" cy="514351"/>
          </a:xfrm>
          <a:prstGeom prst="rect">
            <a:avLst/>
          </a:prstGeom>
          <a:solidFill>
            <a:srgbClr val="002060"/>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fontAlgn="base">
              <a:spcBef>
                <a:spcPct val="0"/>
              </a:spcBef>
              <a:spcAft>
                <a:spcPct val="0"/>
              </a:spcAft>
            </a:pPr>
            <a:endParaRPr lang="en-US" sz="3200" dirty="0">
              <a:solidFill>
                <a:srgbClr val="000000"/>
              </a:solidFill>
              <a:latin typeface="Times New Roman" pitchFamily="18" charset="0"/>
            </a:endParaRPr>
          </a:p>
        </p:txBody>
      </p:sp>
      <p:sp>
        <p:nvSpPr>
          <p:cNvPr id="29" name="Title 20"/>
          <p:cNvSpPr txBox="1">
            <a:spLocks/>
          </p:cNvSpPr>
          <p:nvPr/>
        </p:nvSpPr>
        <p:spPr>
          <a:xfrm>
            <a:off x="1307784" y="1881607"/>
            <a:ext cx="2009972" cy="430879"/>
          </a:xfrm>
          <a:prstGeom prst="rect">
            <a:avLst/>
          </a:prstGeom>
        </p:spPr>
        <p:txBody>
          <a:bodyPr vert="horz" wrap="square" lIns="121904" tIns="0" rIns="121904" bIns="60952" rtlCol="0" anchor="t" anchorCtr="0">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fontAlgn="base">
              <a:spcAft>
                <a:spcPct val="0"/>
              </a:spcAft>
            </a:pPr>
            <a:r>
              <a:rPr lang="en-US" sz="2400" b="1" dirty="0">
                <a:solidFill>
                  <a:srgbClr val="FFFFFF"/>
                </a:solidFill>
                <a:latin typeface="Segoe UI Semilight" panose="020B0402040204020203" pitchFamily="34" charset="0"/>
                <a:cs typeface="Segoe UI Semilight" panose="020B0402040204020203" pitchFamily="34" charset="0"/>
              </a:rPr>
              <a:t>Register</a:t>
            </a:r>
          </a:p>
        </p:txBody>
      </p:sp>
      <p:sp>
        <p:nvSpPr>
          <p:cNvPr id="15" name="TextBox 14"/>
          <p:cNvSpPr txBox="1"/>
          <p:nvPr/>
        </p:nvSpPr>
        <p:spPr bwMode="auto">
          <a:xfrm>
            <a:off x="267410" y="202910"/>
            <a:ext cx="4450829" cy="1021818"/>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169863" indent="-169863" fontAlgn="base">
              <a:spcBef>
                <a:spcPts val="300"/>
              </a:spcBef>
              <a:spcAft>
                <a:spcPts val="400"/>
              </a:spcAft>
              <a:buClr>
                <a:schemeClr val="bg1"/>
              </a:buClr>
              <a:buFont typeface="Arial" panose="020B0604020202020204" pitchFamily="34" charset="0"/>
              <a:buChar char="•"/>
            </a:pPr>
            <a:r>
              <a:rPr lang="en-US" sz="3200" b="1" kern="0" dirty="0">
                <a:solidFill>
                  <a:srgbClr val="FF8F27"/>
                </a:solidFill>
                <a:latin typeface="Segoe UI"/>
                <a:ea typeface="+mj-ea"/>
                <a:cs typeface="Arial" pitchFamily="34" charset="0"/>
              </a:rPr>
              <a:t>General Information and Forms </a:t>
            </a:r>
            <a:endParaRPr kumimoji="0" lang="en-US" sz="2400" b="0" i="0" u="none" strike="noStrike" kern="0" cap="none" spc="0" normalizeH="0" baseline="0" noProof="0" dirty="0">
              <a:ln>
                <a:noFill/>
              </a:ln>
              <a:effectLst/>
              <a:uLnTx/>
              <a:uFillTx/>
              <a:cs typeface="Segoe UI" panose="020B0502040204020203" pitchFamily="34" charset="0"/>
            </a:endParaRPr>
          </a:p>
        </p:txBody>
      </p:sp>
      <p:sp>
        <p:nvSpPr>
          <p:cNvPr id="17" name="TextBox 16"/>
          <p:cNvSpPr txBox="1"/>
          <p:nvPr/>
        </p:nvSpPr>
        <p:spPr bwMode="auto">
          <a:xfrm>
            <a:off x="267410" y="1425748"/>
            <a:ext cx="4450829" cy="5115246"/>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342900" indent="-342900" fontAlgn="base">
              <a:buClr>
                <a:schemeClr val="accent4">
                  <a:lumMod val="90000"/>
                  <a:lumOff val="10000"/>
                </a:schemeClr>
              </a:buClr>
              <a:buFont typeface="Wingdings" panose="05000000000000000000" pitchFamily="2" charset="2"/>
              <a:buChar char="Ø"/>
            </a:pPr>
            <a:r>
              <a:rPr lang="en-US" kern="0" dirty="0">
                <a:cs typeface="Segoe UI" panose="020B0502040204020203" pitchFamily="34" charset="0"/>
              </a:rPr>
              <a:t>Register at NTTAMarketplace.org</a:t>
            </a:r>
          </a:p>
          <a:p>
            <a:pPr marL="342900" indent="-342900" fontAlgn="base">
              <a:buClr>
                <a:schemeClr val="accent4">
                  <a:lumMod val="90000"/>
                  <a:lumOff val="10000"/>
                </a:schemeClr>
              </a:buClr>
              <a:buFont typeface="Wingdings" panose="05000000000000000000" pitchFamily="2" charset="2"/>
              <a:buChar char="Ø"/>
            </a:pPr>
            <a:endParaRPr lang="en-US" kern="0" dirty="0">
              <a:cs typeface="Segoe UI" panose="020B0502040204020203" pitchFamily="34" charset="0"/>
            </a:endParaRPr>
          </a:p>
          <a:p>
            <a:pPr marL="342900" indent="-342900" fontAlgn="base">
              <a:buClr>
                <a:schemeClr val="accent4">
                  <a:lumMod val="90000"/>
                  <a:lumOff val="10000"/>
                </a:schemeClr>
              </a:buClr>
              <a:buFont typeface="Wingdings" panose="05000000000000000000" pitchFamily="2" charset="2"/>
              <a:buChar char="Ø"/>
            </a:pPr>
            <a:r>
              <a:rPr lang="en-US" dirty="0"/>
              <a:t>Read the entire Solicitation document </a:t>
            </a:r>
          </a:p>
          <a:p>
            <a:pPr marL="342900" indent="-342900" fontAlgn="base">
              <a:buClr>
                <a:schemeClr val="accent4">
                  <a:lumMod val="90000"/>
                  <a:lumOff val="10000"/>
                </a:schemeClr>
              </a:buClr>
              <a:buFont typeface="Wingdings" panose="05000000000000000000" pitchFamily="2" charset="2"/>
              <a:buChar char="Ø"/>
            </a:pPr>
            <a:endParaRPr lang="en-US" kern="0" dirty="0">
              <a:cs typeface="Segoe UI" panose="020B0502040204020203" pitchFamily="34" charset="0"/>
            </a:endParaRPr>
          </a:p>
          <a:p>
            <a:pPr marL="342900" indent="-342900" fontAlgn="base">
              <a:buClr>
                <a:schemeClr val="accent4">
                  <a:lumMod val="90000"/>
                  <a:lumOff val="10000"/>
                </a:schemeClr>
              </a:buClr>
              <a:buFont typeface="Wingdings" panose="05000000000000000000" pitchFamily="2" charset="2"/>
              <a:buChar char="Ø"/>
            </a:pPr>
            <a:r>
              <a:rPr lang="en-US" kern="0" dirty="0">
                <a:cs typeface="Segoe UI" panose="020B0502040204020203" pitchFamily="34" charset="0"/>
              </a:rPr>
              <a:t>Acknowledge </a:t>
            </a:r>
            <a:r>
              <a:rPr lang="en-US" b="1" kern="0" dirty="0">
                <a:cs typeface="Segoe UI" panose="020B0502040204020203" pitchFamily="34" charset="0"/>
              </a:rPr>
              <a:t>ALL</a:t>
            </a:r>
            <a:r>
              <a:rPr lang="en-US" kern="0" dirty="0">
                <a:cs typeface="Segoe UI" panose="020B0502040204020203" pitchFamily="34" charset="0"/>
              </a:rPr>
              <a:t> Solicitation requirements</a:t>
            </a:r>
          </a:p>
          <a:p>
            <a:pPr marL="342900" indent="-342900" fontAlgn="base">
              <a:buClr>
                <a:schemeClr val="accent4">
                  <a:lumMod val="90000"/>
                  <a:lumOff val="10000"/>
                </a:schemeClr>
              </a:buClr>
              <a:buFont typeface="Wingdings" panose="05000000000000000000" pitchFamily="2" charset="2"/>
              <a:buChar char="Ø"/>
            </a:pPr>
            <a:endParaRPr lang="en-US" kern="0" dirty="0">
              <a:cs typeface="Segoe UI" panose="020B0502040204020203" pitchFamily="34" charset="0"/>
            </a:endParaRPr>
          </a:p>
          <a:p>
            <a:pPr marL="342900" indent="-342900" fontAlgn="base">
              <a:buClr>
                <a:schemeClr val="accent4">
                  <a:lumMod val="90000"/>
                  <a:lumOff val="10000"/>
                </a:schemeClr>
              </a:buClr>
              <a:buFont typeface="Wingdings" panose="05000000000000000000" pitchFamily="2" charset="2"/>
              <a:buChar char="Ø"/>
            </a:pPr>
            <a:r>
              <a:rPr lang="en-US" kern="0" dirty="0">
                <a:cs typeface="Segoe UI" panose="020B0502040204020203" pitchFamily="34" charset="0"/>
              </a:rPr>
              <a:t>Submit your questions on the Q&amp;A tab</a:t>
            </a:r>
          </a:p>
          <a:p>
            <a:pPr marL="342900" indent="-342900" fontAlgn="base">
              <a:buClr>
                <a:schemeClr val="accent4">
                  <a:lumMod val="90000"/>
                  <a:lumOff val="10000"/>
                </a:schemeClr>
              </a:buClr>
              <a:buFont typeface="Wingdings" panose="05000000000000000000" pitchFamily="2" charset="2"/>
              <a:buChar char="Ø"/>
            </a:pPr>
            <a:endParaRPr lang="en-US" kern="0" dirty="0">
              <a:cs typeface="Segoe UI" panose="020B0502040204020203" pitchFamily="34" charset="0"/>
            </a:endParaRPr>
          </a:p>
          <a:p>
            <a:pPr marL="342900" indent="-342900" fontAlgn="base">
              <a:buClr>
                <a:schemeClr val="accent4">
                  <a:lumMod val="90000"/>
                  <a:lumOff val="10000"/>
                </a:schemeClr>
              </a:buClr>
              <a:buFont typeface="Wingdings" panose="05000000000000000000" pitchFamily="2" charset="2"/>
              <a:buChar char="Ø"/>
            </a:pPr>
            <a:r>
              <a:rPr lang="en-US" dirty="0"/>
              <a:t>All addenda must be acknowledged at time of bid due date </a:t>
            </a:r>
          </a:p>
          <a:p>
            <a:pPr marL="342900" indent="-342900" fontAlgn="base">
              <a:buClr>
                <a:schemeClr val="accent4">
                  <a:lumMod val="90000"/>
                  <a:lumOff val="10000"/>
                </a:schemeClr>
              </a:buClr>
              <a:buFont typeface="Wingdings" panose="05000000000000000000" pitchFamily="2" charset="2"/>
              <a:buChar char="Ø"/>
            </a:pPr>
            <a:endParaRPr lang="en-US" kern="0" dirty="0">
              <a:cs typeface="Segoe UI" panose="020B0502040204020203" pitchFamily="34" charset="0"/>
            </a:endParaRPr>
          </a:p>
          <a:p>
            <a:pPr marL="342900" indent="-342900" fontAlgn="base">
              <a:buClr>
                <a:schemeClr val="accent4">
                  <a:lumMod val="90000"/>
                  <a:lumOff val="10000"/>
                </a:schemeClr>
              </a:buClr>
              <a:buFont typeface="Wingdings" panose="05000000000000000000" pitchFamily="2" charset="2"/>
              <a:buChar char="Ø"/>
            </a:pPr>
            <a:r>
              <a:rPr lang="en-US" dirty="0"/>
              <a:t>Submit all required forms signed in </a:t>
            </a:r>
            <a:r>
              <a:rPr lang="en-US" b="1" dirty="0">
                <a:solidFill>
                  <a:srgbClr val="0000CC"/>
                </a:solidFill>
              </a:rPr>
              <a:t>blue ink</a:t>
            </a:r>
            <a:r>
              <a:rPr lang="en-US" dirty="0"/>
              <a:t>.</a:t>
            </a:r>
          </a:p>
          <a:p>
            <a:pPr marL="342900" indent="-342900" fontAlgn="base">
              <a:buClr>
                <a:schemeClr val="accent4">
                  <a:lumMod val="90000"/>
                  <a:lumOff val="10000"/>
                </a:schemeClr>
              </a:buClr>
              <a:buFont typeface="Wingdings" panose="05000000000000000000" pitchFamily="2" charset="2"/>
              <a:buChar char="Ø"/>
            </a:pPr>
            <a:endParaRPr lang="en-US" kern="0" dirty="0">
              <a:cs typeface="Segoe UI" panose="020B0502040204020203" pitchFamily="34" charset="0"/>
            </a:endParaRPr>
          </a:p>
          <a:p>
            <a:pPr marL="342900" indent="-342900" fontAlgn="base">
              <a:buClr>
                <a:schemeClr val="accent4">
                  <a:lumMod val="90000"/>
                  <a:lumOff val="10000"/>
                </a:schemeClr>
              </a:buClr>
              <a:buFont typeface="Wingdings" panose="05000000000000000000" pitchFamily="2" charset="2"/>
              <a:buChar char="Ø"/>
            </a:pPr>
            <a:r>
              <a:rPr lang="en-US" kern="0" dirty="0">
                <a:cs typeface="Segoe UI" panose="020B0502040204020203" pitchFamily="34" charset="0"/>
              </a:rPr>
              <a:t>Registration Questions? </a:t>
            </a:r>
          </a:p>
          <a:p>
            <a:pPr fontAlgn="base">
              <a:buClr>
                <a:schemeClr val="accent4">
                  <a:lumMod val="90000"/>
                  <a:lumOff val="10000"/>
                </a:schemeClr>
              </a:buClr>
            </a:pPr>
            <a:r>
              <a:rPr lang="en-US" kern="0" dirty="0">
                <a:cs typeface="Segoe UI" panose="020B0502040204020203" pitchFamily="34" charset="0"/>
              </a:rPr>
              <a:t>      Email: bidpurchasing@ntta.org</a:t>
            </a:r>
          </a:p>
          <a:p>
            <a:pPr fontAlgn="base">
              <a:buClr>
                <a:schemeClr val="bg1"/>
              </a:buClr>
            </a:pPr>
            <a:endParaRPr lang="en-US" sz="2400" kern="0" dirty="0">
              <a:cs typeface="Segoe UI" panose="020B0502040204020203" pitchFamily="34" charset="0"/>
            </a:endParaRP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9662" t="11553" r="3865" b="20573"/>
          <a:stretch/>
        </p:blipFill>
        <p:spPr>
          <a:xfrm>
            <a:off x="5930505" y="1425748"/>
            <a:ext cx="5271016" cy="4137308"/>
          </a:xfrm>
          <a:prstGeom prst="rect">
            <a:avLst/>
          </a:prstGeom>
        </p:spPr>
      </p:pic>
      <p:sp>
        <p:nvSpPr>
          <p:cNvPr id="4" name="Slide Number Placeholder 3"/>
          <p:cNvSpPr>
            <a:spLocks noGrp="1"/>
          </p:cNvSpPr>
          <p:nvPr>
            <p:ph type="sldNum" sz="quarter" idx="10"/>
          </p:nvPr>
        </p:nvSpPr>
        <p:spPr/>
        <p:txBody>
          <a:bodyPr/>
          <a:lstStyle/>
          <a:p>
            <a:pPr>
              <a:buClr>
                <a:srgbClr val="000000"/>
              </a:buClr>
            </a:pPr>
            <a:fld id="{9C87F15E-2A6C-4686-9A7F-9B81C9148D0D}" type="slidenum">
              <a:rPr lang="en-US" smtClean="0">
                <a:solidFill>
                  <a:srgbClr val="FFFFFF"/>
                </a:solidFill>
              </a:rPr>
              <a:pPr>
                <a:buClr>
                  <a:srgbClr val="000000"/>
                </a:buClr>
              </a:pPr>
              <a:t>11</a:t>
            </a:fld>
            <a:endParaRPr lang="en-US" dirty="0">
              <a:solidFill>
                <a:srgbClr val="FFFFFF"/>
              </a:solidFill>
            </a:endParaRPr>
          </a:p>
        </p:txBody>
      </p:sp>
    </p:spTree>
    <p:extLst>
      <p:ext uri="{BB962C8B-B14F-4D97-AF65-F5344CB8AC3E}">
        <p14:creationId xmlns:p14="http://schemas.microsoft.com/office/powerpoint/2010/main" val="4139223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12197259" cy="6858000"/>
          </a:xfrm>
          <a:prstGeom prst="rect">
            <a:avLst/>
          </a:prstGeom>
          <a:solidFill>
            <a:schemeClr val="accent5">
              <a:lumMod val="20000"/>
              <a:lumOff val="8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effectLst/>
              <a:latin typeface="Times New Roman" pitchFamily="18" charset="0"/>
            </a:endParaRPr>
          </a:p>
        </p:txBody>
      </p:sp>
      <p:grpSp>
        <p:nvGrpSpPr>
          <p:cNvPr id="45" name="Group 44"/>
          <p:cNvGrpSpPr/>
          <p:nvPr/>
        </p:nvGrpSpPr>
        <p:grpSpPr>
          <a:xfrm>
            <a:off x="11816259" y="6546266"/>
            <a:ext cx="282116" cy="282660"/>
            <a:chOff x="7497763" y="3830638"/>
            <a:chExt cx="2471738" cy="2476500"/>
          </a:xfrm>
        </p:grpSpPr>
        <p:sp>
          <p:nvSpPr>
            <p:cNvPr id="46" name="Oval 41"/>
            <p:cNvSpPr>
              <a:spLocks noChangeArrowheads="1"/>
            </p:cNvSpPr>
            <p:nvPr userDrawn="1"/>
          </p:nvSpPr>
          <p:spPr bwMode="auto">
            <a:xfrm>
              <a:off x="7497763" y="3830638"/>
              <a:ext cx="2471738" cy="24765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42"/>
            <p:cNvSpPr>
              <a:spLocks/>
            </p:cNvSpPr>
            <p:nvPr userDrawn="1"/>
          </p:nvSpPr>
          <p:spPr bwMode="auto">
            <a:xfrm>
              <a:off x="7678738" y="4011613"/>
              <a:ext cx="2109788" cy="2114550"/>
            </a:xfrm>
            <a:custGeom>
              <a:avLst/>
              <a:gdLst>
                <a:gd name="T0" fmla="*/ 617 w 618"/>
                <a:gd name="T1" fmla="*/ 308 h 617"/>
                <a:gd name="T2" fmla="*/ 310 w 618"/>
                <a:gd name="T3" fmla="*/ 616 h 617"/>
                <a:gd name="T4" fmla="*/ 1 w 618"/>
                <a:gd name="T5" fmla="*/ 309 h 617"/>
                <a:gd name="T6" fmla="*/ 308 w 618"/>
                <a:gd name="T7" fmla="*/ 0 h 617"/>
                <a:gd name="T8" fmla="*/ 617 w 618"/>
                <a:gd name="T9" fmla="*/ 308 h 617"/>
              </a:gdLst>
              <a:ahLst/>
              <a:cxnLst>
                <a:cxn ang="0">
                  <a:pos x="T0" y="T1"/>
                </a:cxn>
                <a:cxn ang="0">
                  <a:pos x="T2" y="T3"/>
                </a:cxn>
                <a:cxn ang="0">
                  <a:pos x="T4" y="T5"/>
                </a:cxn>
                <a:cxn ang="0">
                  <a:pos x="T6" y="T7"/>
                </a:cxn>
                <a:cxn ang="0">
                  <a:pos x="T8" y="T9"/>
                </a:cxn>
              </a:cxnLst>
              <a:rect l="0" t="0" r="r" b="b"/>
              <a:pathLst>
                <a:path w="618" h="617">
                  <a:moveTo>
                    <a:pt x="617" y="308"/>
                  </a:moveTo>
                  <a:cubicBezTo>
                    <a:pt x="618" y="478"/>
                    <a:pt x="480" y="616"/>
                    <a:pt x="310" y="616"/>
                  </a:cubicBezTo>
                  <a:cubicBezTo>
                    <a:pt x="139" y="617"/>
                    <a:pt x="1" y="479"/>
                    <a:pt x="1" y="309"/>
                  </a:cubicBezTo>
                  <a:cubicBezTo>
                    <a:pt x="0" y="139"/>
                    <a:pt x="138" y="0"/>
                    <a:pt x="308" y="0"/>
                  </a:cubicBezTo>
                  <a:cubicBezTo>
                    <a:pt x="479" y="0"/>
                    <a:pt x="617" y="137"/>
                    <a:pt x="617" y="308"/>
                  </a:cubicBezTo>
                  <a:close/>
                </a:path>
              </a:pathLst>
            </a:cu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Slide Number Placeholder 1"/>
          <p:cNvSpPr>
            <a:spLocks noGrp="1"/>
          </p:cNvSpPr>
          <p:nvPr>
            <p:ph type="sldNum" sz="quarter" idx="10"/>
          </p:nvPr>
        </p:nvSpPr>
        <p:spPr>
          <a:xfrm>
            <a:off x="11717999" y="6591640"/>
            <a:ext cx="479260" cy="191912"/>
          </a:xfrm>
        </p:spPr>
        <p:txBody>
          <a:bodyPr/>
          <a:lstStyle/>
          <a:p>
            <a:pPr>
              <a:buClr>
                <a:srgbClr val="000000"/>
              </a:buClr>
            </a:pPr>
            <a:fld id="{E4F94C26-2A70-4961-AAB1-3557AEA8AC57}" type="slidenum">
              <a:rPr lang="en-US" smtClean="0">
                <a:solidFill>
                  <a:schemeClr val="tx1"/>
                </a:solidFill>
              </a:rPr>
              <a:pPr>
                <a:buClr>
                  <a:srgbClr val="000000"/>
                </a:buClr>
              </a:pPr>
              <a:t>12</a:t>
            </a:fld>
            <a:endParaRPr lang="en-US" dirty="0">
              <a:solidFill>
                <a:schemeClr val="tx1"/>
              </a:solidFill>
            </a:endParaRPr>
          </a:p>
        </p:txBody>
      </p:sp>
      <p:sp>
        <p:nvSpPr>
          <p:cNvPr id="3" name="Title 2"/>
          <p:cNvSpPr>
            <a:spLocks noGrp="1"/>
          </p:cNvSpPr>
          <p:nvPr>
            <p:ph type="title"/>
          </p:nvPr>
        </p:nvSpPr>
        <p:spPr>
          <a:xfrm>
            <a:off x="328338" y="333153"/>
            <a:ext cx="10154605" cy="831851"/>
          </a:xfrm>
        </p:spPr>
        <p:txBody>
          <a:bodyPr/>
          <a:lstStyle/>
          <a:p>
            <a:r>
              <a:rPr lang="en-US" sz="3200" b="1" dirty="0">
                <a:solidFill>
                  <a:schemeClr val="tx1"/>
                </a:solidFill>
              </a:rPr>
              <a:t>	Don’t Become Non-Responsive or Disqualified!</a:t>
            </a:r>
          </a:p>
        </p:txBody>
      </p:sp>
      <p:sp>
        <p:nvSpPr>
          <p:cNvPr id="10" name="TextBox 9"/>
          <p:cNvSpPr txBox="1"/>
          <p:nvPr/>
        </p:nvSpPr>
        <p:spPr bwMode="auto">
          <a:xfrm>
            <a:off x="2476329" y="2850380"/>
            <a:ext cx="7697318" cy="1157240"/>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spcBef>
                <a:spcPts val="0"/>
              </a:spcBef>
              <a:spcAft>
                <a:spcPct val="0"/>
              </a:spcAft>
              <a:buClr>
                <a:srgbClr val="FF8F27"/>
              </a:buClr>
              <a:buSzPct val="100000"/>
            </a:pPr>
            <a:r>
              <a:rPr lang="en-US" sz="2400" dirty="0"/>
              <a:t>This is an active Solicitation. Communication related to this Solicitation should </a:t>
            </a:r>
            <a:r>
              <a:rPr lang="en-US" sz="2400" b="1" dirty="0">
                <a:solidFill>
                  <a:srgbClr val="0000FF"/>
                </a:solidFill>
              </a:rPr>
              <a:t>only</a:t>
            </a:r>
            <a:r>
              <a:rPr lang="en-US" sz="2400" dirty="0"/>
              <a:t> be with Procurement Services and Business Diversity.</a:t>
            </a:r>
          </a:p>
        </p:txBody>
      </p:sp>
      <p:grpSp>
        <p:nvGrpSpPr>
          <p:cNvPr id="9" name="Group 8"/>
          <p:cNvGrpSpPr/>
          <p:nvPr/>
        </p:nvGrpSpPr>
        <p:grpSpPr>
          <a:xfrm>
            <a:off x="1502020" y="1581484"/>
            <a:ext cx="725569" cy="725569"/>
            <a:chOff x="1358780" y="1136054"/>
            <a:chExt cx="544177" cy="544177"/>
          </a:xfrm>
        </p:grpSpPr>
        <p:sp>
          <p:nvSpPr>
            <p:cNvPr id="7" name="Oval 6"/>
            <p:cNvSpPr/>
            <p:nvPr/>
          </p:nvSpPr>
          <p:spPr>
            <a:xfrm>
              <a:off x="1358780" y="1136054"/>
              <a:ext cx="544177" cy="544177"/>
            </a:xfrm>
            <a:prstGeom prst="ellipse">
              <a:avLst/>
            </a:prstGeom>
            <a:solidFill>
              <a:srgbClr val="002C59"/>
            </a:solidFill>
            <a:ln>
              <a:noFill/>
            </a:ln>
            <a:effectLst/>
          </p:spPr>
          <p:style>
            <a:lnRef idx="1">
              <a:schemeClr val="accent1"/>
            </a:lnRef>
            <a:fillRef idx="3">
              <a:schemeClr val="accent1"/>
            </a:fillRef>
            <a:effectRef idx="2">
              <a:schemeClr val="accent1"/>
            </a:effectRef>
            <a:fontRef idx="minor">
              <a:schemeClr val="lt1"/>
            </a:fontRef>
          </p:style>
          <p:txBody>
            <a:bodyPr lIns="121900" tIns="60949" rIns="121900" bIns="60949" spcCol="0" rtlCol="0" anchor="ctr"/>
            <a:lstStyle/>
            <a:p>
              <a:pPr algn="ctr" fontAlgn="base">
                <a:spcBef>
                  <a:spcPct val="0"/>
                </a:spcBef>
                <a:spcAft>
                  <a:spcPct val="0"/>
                </a:spcAft>
              </a:pPr>
              <a:endParaRPr lang="en-US" sz="2400" dirty="0">
                <a:solidFill>
                  <a:schemeClr val="tx1"/>
                </a:solidFill>
                <a:latin typeface="Open Sans Light"/>
              </a:endParaRPr>
            </a:p>
          </p:txBody>
        </p:sp>
        <p:sp>
          <p:nvSpPr>
            <p:cNvPr id="8" name="TextBox 7"/>
            <p:cNvSpPr txBox="1"/>
            <p:nvPr/>
          </p:nvSpPr>
          <p:spPr bwMode="auto">
            <a:xfrm>
              <a:off x="1404404" y="1218654"/>
              <a:ext cx="452927" cy="406265"/>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fontAlgn="base">
                <a:spcBef>
                  <a:spcPts val="400"/>
                </a:spcBef>
                <a:spcAft>
                  <a:spcPts val="533"/>
                </a:spcAft>
                <a:buClr>
                  <a:srgbClr val="59595C">
                    <a:lumMod val="50000"/>
                  </a:srgbClr>
                </a:buClr>
              </a:pPr>
              <a:r>
                <a:rPr lang="en-US" sz="3200" b="1" kern="0" dirty="0">
                  <a:solidFill>
                    <a:schemeClr val="bg1"/>
                  </a:solidFill>
                  <a:latin typeface="Segoe UI"/>
                </a:rPr>
                <a:t>1</a:t>
              </a:r>
            </a:p>
          </p:txBody>
        </p:sp>
      </p:grpSp>
      <p:sp>
        <p:nvSpPr>
          <p:cNvPr id="14" name="TextBox 13"/>
          <p:cNvSpPr txBox="1"/>
          <p:nvPr/>
        </p:nvSpPr>
        <p:spPr bwMode="auto">
          <a:xfrm>
            <a:off x="2476329" y="1687590"/>
            <a:ext cx="8660100" cy="787908"/>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fontAlgn="base">
              <a:buSzPct val="80000"/>
            </a:pPr>
            <a:r>
              <a:rPr lang="en-US" sz="2400" dirty="0">
                <a:solidFill>
                  <a:schemeClr val="tx1">
                    <a:lumMod val="75000"/>
                    <a:lumOff val="25000"/>
                  </a:schemeClr>
                </a:solidFill>
              </a:rPr>
              <a:t>Late bids</a:t>
            </a:r>
            <a:r>
              <a:rPr lang="en-US" sz="2400" dirty="0">
                <a:solidFill>
                  <a:srgbClr val="FF0000"/>
                </a:solidFill>
              </a:rPr>
              <a:t> </a:t>
            </a:r>
            <a:r>
              <a:rPr lang="en-US" sz="2400" u="sng" dirty="0">
                <a:solidFill>
                  <a:srgbClr val="0000FF"/>
                </a:solidFill>
              </a:rPr>
              <a:t>will not </a:t>
            </a:r>
            <a:r>
              <a:rPr lang="en-US" sz="2400" dirty="0"/>
              <a:t>be accepted.</a:t>
            </a:r>
          </a:p>
          <a:p>
            <a:pPr fontAlgn="base">
              <a:buSzPct val="80000"/>
            </a:pPr>
            <a:endParaRPr lang="en-US" sz="2400" kern="0" dirty="0">
              <a:latin typeface="Segoe UI Semilight" panose="020B0402040204020203" pitchFamily="34" charset="0"/>
              <a:cs typeface="Segoe UI Semilight" panose="020B0402040204020203" pitchFamily="34" charset="0"/>
            </a:endParaRPr>
          </a:p>
        </p:txBody>
      </p:sp>
      <p:grpSp>
        <p:nvGrpSpPr>
          <p:cNvPr id="11" name="Group 10"/>
          <p:cNvGrpSpPr/>
          <p:nvPr/>
        </p:nvGrpSpPr>
        <p:grpSpPr>
          <a:xfrm>
            <a:off x="1520839" y="2923148"/>
            <a:ext cx="725568" cy="725569"/>
            <a:chOff x="1358779" y="1136054"/>
            <a:chExt cx="583847" cy="544177"/>
          </a:xfrm>
        </p:grpSpPr>
        <p:sp>
          <p:nvSpPr>
            <p:cNvPr id="12" name="Oval 11"/>
            <p:cNvSpPr/>
            <p:nvPr/>
          </p:nvSpPr>
          <p:spPr>
            <a:xfrm>
              <a:off x="1358779" y="1136054"/>
              <a:ext cx="583847" cy="544177"/>
            </a:xfrm>
            <a:prstGeom prst="ellipse">
              <a:avLst/>
            </a:prstGeom>
            <a:solidFill>
              <a:srgbClr val="002C59"/>
            </a:solidFill>
            <a:ln>
              <a:noFill/>
            </a:ln>
            <a:effectLst/>
          </p:spPr>
          <p:style>
            <a:lnRef idx="1">
              <a:schemeClr val="accent1"/>
            </a:lnRef>
            <a:fillRef idx="3">
              <a:schemeClr val="accent1"/>
            </a:fillRef>
            <a:effectRef idx="2">
              <a:schemeClr val="accent1"/>
            </a:effectRef>
            <a:fontRef idx="minor">
              <a:schemeClr val="lt1"/>
            </a:fontRef>
          </p:style>
          <p:txBody>
            <a:bodyPr lIns="121900" tIns="60949" rIns="121900" bIns="60949" spcCol="0" rtlCol="0" anchor="ctr"/>
            <a:lstStyle/>
            <a:p>
              <a:pPr algn="ctr" fontAlgn="base">
                <a:spcBef>
                  <a:spcPct val="0"/>
                </a:spcBef>
                <a:spcAft>
                  <a:spcPct val="0"/>
                </a:spcAft>
              </a:pPr>
              <a:endParaRPr lang="en-US" sz="2400" dirty="0">
                <a:solidFill>
                  <a:schemeClr val="tx1"/>
                </a:solidFill>
                <a:latin typeface="Open Sans Light"/>
              </a:endParaRPr>
            </a:p>
          </p:txBody>
        </p:sp>
        <p:sp>
          <p:nvSpPr>
            <p:cNvPr id="13" name="TextBox 12"/>
            <p:cNvSpPr txBox="1"/>
            <p:nvPr/>
          </p:nvSpPr>
          <p:spPr bwMode="auto">
            <a:xfrm>
              <a:off x="1422742" y="1210108"/>
              <a:ext cx="452927" cy="406265"/>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fontAlgn="base">
                <a:spcBef>
                  <a:spcPts val="400"/>
                </a:spcBef>
                <a:spcAft>
                  <a:spcPts val="533"/>
                </a:spcAft>
                <a:buClr>
                  <a:srgbClr val="59595C">
                    <a:lumMod val="50000"/>
                  </a:srgbClr>
                </a:buClr>
              </a:pPr>
              <a:r>
                <a:rPr lang="en-US" sz="3200" b="1" kern="0" dirty="0">
                  <a:solidFill>
                    <a:schemeClr val="bg1"/>
                  </a:solidFill>
                  <a:latin typeface="Segoe UI"/>
                </a:rPr>
                <a:t>2</a:t>
              </a:r>
            </a:p>
          </p:txBody>
        </p:sp>
      </p:grpSp>
      <p:sp>
        <p:nvSpPr>
          <p:cNvPr id="18" name="TextBox 17"/>
          <p:cNvSpPr txBox="1"/>
          <p:nvPr/>
        </p:nvSpPr>
        <p:spPr bwMode="auto">
          <a:xfrm>
            <a:off x="2476329" y="4573901"/>
            <a:ext cx="8823730" cy="787908"/>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fontAlgn="base">
              <a:spcBef>
                <a:spcPts val="400"/>
              </a:spcBef>
              <a:spcAft>
                <a:spcPts val="533"/>
              </a:spcAft>
              <a:buClr>
                <a:srgbClr val="59595C">
                  <a:lumMod val="50000"/>
                </a:srgbClr>
              </a:buClr>
            </a:pPr>
            <a:r>
              <a:rPr lang="en-US" sz="2400" dirty="0"/>
              <a:t>Communication with anyone outside these departments is grounds for disqualification</a:t>
            </a:r>
            <a:endParaRPr lang="en-US" sz="2400" b="1" kern="0" dirty="0">
              <a:latin typeface="Segoe UI"/>
            </a:endParaRPr>
          </a:p>
        </p:txBody>
      </p:sp>
      <p:grpSp>
        <p:nvGrpSpPr>
          <p:cNvPr id="15" name="Group 14"/>
          <p:cNvGrpSpPr/>
          <p:nvPr/>
        </p:nvGrpSpPr>
        <p:grpSpPr>
          <a:xfrm>
            <a:off x="1523326" y="4573901"/>
            <a:ext cx="704263" cy="725569"/>
            <a:chOff x="1358780" y="1136054"/>
            <a:chExt cx="544177" cy="544177"/>
          </a:xfrm>
        </p:grpSpPr>
        <p:sp>
          <p:nvSpPr>
            <p:cNvPr id="16" name="Oval 15"/>
            <p:cNvSpPr/>
            <p:nvPr/>
          </p:nvSpPr>
          <p:spPr>
            <a:xfrm>
              <a:off x="1358780" y="1136054"/>
              <a:ext cx="544177" cy="544177"/>
            </a:xfrm>
            <a:prstGeom prst="ellipse">
              <a:avLst/>
            </a:prstGeom>
            <a:solidFill>
              <a:srgbClr val="002C59"/>
            </a:solidFill>
            <a:ln>
              <a:noFill/>
            </a:ln>
            <a:effectLst/>
          </p:spPr>
          <p:style>
            <a:lnRef idx="1">
              <a:schemeClr val="accent1"/>
            </a:lnRef>
            <a:fillRef idx="3">
              <a:schemeClr val="accent1"/>
            </a:fillRef>
            <a:effectRef idx="2">
              <a:schemeClr val="accent1"/>
            </a:effectRef>
            <a:fontRef idx="minor">
              <a:schemeClr val="lt1"/>
            </a:fontRef>
          </p:style>
          <p:txBody>
            <a:bodyPr lIns="121900" tIns="60949" rIns="121900" bIns="60949" spcCol="0" rtlCol="0" anchor="ctr"/>
            <a:lstStyle/>
            <a:p>
              <a:pPr algn="ctr" fontAlgn="base">
                <a:spcBef>
                  <a:spcPct val="0"/>
                </a:spcBef>
                <a:spcAft>
                  <a:spcPct val="0"/>
                </a:spcAft>
              </a:pPr>
              <a:endParaRPr lang="en-US" sz="2400" dirty="0">
                <a:solidFill>
                  <a:schemeClr val="tx1"/>
                </a:solidFill>
                <a:latin typeface="Open Sans Light"/>
              </a:endParaRPr>
            </a:p>
          </p:txBody>
        </p:sp>
        <p:sp>
          <p:nvSpPr>
            <p:cNvPr id="17" name="TextBox 16"/>
            <p:cNvSpPr txBox="1"/>
            <p:nvPr/>
          </p:nvSpPr>
          <p:spPr bwMode="auto">
            <a:xfrm>
              <a:off x="1404404" y="1218654"/>
              <a:ext cx="452927" cy="406265"/>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fontAlgn="base">
                <a:spcBef>
                  <a:spcPts val="400"/>
                </a:spcBef>
                <a:spcAft>
                  <a:spcPts val="533"/>
                </a:spcAft>
                <a:buClr>
                  <a:srgbClr val="59595C">
                    <a:lumMod val="50000"/>
                  </a:srgbClr>
                </a:buClr>
              </a:pPr>
              <a:r>
                <a:rPr lang="en-US" sz="3200" b="1" kern="0" dirty="0">
                  <a:solidFill>
                    <a:schemeClr val="bg1"/>
                  </a:solidFill>
                  <a:latin typeface="Segoe UI"/>
                </a:rPr>
                <a:t>3</a:t>
              </a:r>
            </a:p>
          </p:txBody>
        </p:sp>
      </p:grpSp>
    </p:spTree>
    <p:extLst>
      <p:ext uri="{BB962C8B-B14F-4D97-AF65-F5344CB8AC3E}">
        <p14:creationId xmlns:p14="http://schemas.microsoft.com/office/powerpoint/2010/main" val="40630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65" y="213544"/>
            <a:ext cx="11915735" cy="831851"/>
          </a:xfrm>
        </p:spPr>
        <p:txBody>
          <a:bodyPr/>
          <a:lstStyle/>
          <a:p>
            <a:r>
              <a:rPr lang="en-US" sz="3200" b="1" dirty="0"/>
              <a:t>Disqualifications (RFB) </a:t>
            </a:r>
            <a:endParaRPr lang="en-US" sz="3200" b="1" dirty="0">
              <a:solidFill>
                <a:srgbClr val="FF0000"/>
              </a:solidFill>
            </a:endParaRPr>
          </a:p>
        </p:txBody>
      </p:sp>
      <p:cxnSp>
        <p:nvCxnSpPr>
          <p:cNvPr id="5" name="Straight Connector 4"/>
          <p:cNvCxnSpPr/>
          <p:nvPr/>
        </p:nvCxnSpPr>
        <p:spPr>
          <a:xfrm>
            <a:off x="314516" y="1159706"/>
            <a:ext cx="11419554" cy="20444"/>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Subtitle 2"/>
          <p:cNvSpPr txBox="1">
            <a:spLocks/>
          </p:cNvSpPr>
          <p:nvPr/>
        </p:nvSpPr>
        <p:spPr>
          <a:xfrm>
            <a:off x="463950" y="1351315"/>
            <a:ext cx="11540364" cy="1323439"/>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marL="380990" indent="-380990">
              <a:spcBef>
                <a:spcPts val="0"/>
              </a:spcBef>
              <a:spcAft>
                <a:spcPct val="0"/>
              </a:spcAft>
              <a:buClr>
                <a:srgbClr val="FF8F27"/>
              </a:buClr>
              <a:buSzPct val="100000"/>
              <a:buFont typeface="Arial" panose="020B0604020202020204" pitchFamily="34" charset="0"/>
              <a:buChar char="•"/>
            </a:pPr>
            <a:r>
              <a:rPr lang="en-US" sz="2000" dirty="0"/>
              <a:t>A complete bid packet will include the Bid Sheet. </a:t>
            </a:r>
          </a:p>
          <a:p>
            <a:pPr>
              <a:spcBef>
                <a:spcPts val="0"/>
              </a:spcBef>
              <a:spcAft>
                <a:spcPct val="0"/>
              </a:spcAft>
              <a:buClr>
                <a:srgbClr val="FF8F27"/>
              </a:buClr>
              <a:buSzPct val="100000"/>
            </a:pPr>
            <a:endParaRPr lang="en-US" sz="2000" dirty="0"/>
          </a:p>
          <a:p>
            <a:pPr marL="380990" indent="-380990">
              <a:spcBef>
                <a:spcPts val="0"/>
              </a:spcBef>
              <a:spcAft>
                <a:spcPct val="0"/>
              </a:spcAft>
              <a:buClr>
                <a:srgbClr val="FF8F27"/>
              </a:buClr>
              <a:buSzPct val="100000"/>
              <a:buFont typeface="Arial" panose="020B0604020202020204" pitchFamily="34" charset="0"/>
              <a:buChar char="•"/>
            </a:pPr>
            <a:r>
              <a:rPr lang="en-US" sz="2000" dirty="0"/>
              <a:t>Alteration of the official Bid Sheet is grounds for disqualification.</a:t>
            </a:r>
            <a:endParaRPr lang="en-US" sz="2000" dirty="0">
              <a:solidFill>
                <a:srgbClr val="000000"/>
              </a:solidFill>
            </a:endParaRPr>
          </a:p>
          <a:p>
            <a:pPr marL="380990" indent="-380990">
              <a:spcBef>
                <a:spcPts val="0"/>
              </a:spcBef>
              <a:spcAft>
                <a:spcPct val="0"/>
              </a:spcAft>
              <a:buClr>
                <a:srgbClr val="FF8F27"/>
              </a:buClr>
              <a:buSzPct val="100000"/>
              <a:buFont typeface="Arial" panose="020B0604020202020204" pitchFamily="34" charset="0"/>
              <a:buChar char="•"/>
            </a:pPr>
            <a:endParaRPr lang="en-US" sz="2000" dirty="0">
              <a:solidFill>
                <a:srgbClr val="000000"/>
              </a:solidFill>
            </a:endParaRPr>
          </a:p>
        </p:txBody>
      </p:sp>
      <p:sp>
        <p:nvSpPr>
          <p:cNvPr id="3" name="Slide Number Placeholder 2"/>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13</a:t>
            </a:fld>
            <a:endParaRPr lang="en-US" dirty="0">
              <a:solidFill>
                <a:srgbClr val="FFFFFF"/>
              </a:solidFill>
            </a:endParaRPr>
          </a:p>
        </p:txBody>
      </p:sp>
    </p:spTree>
    <p:extLst>
      <p:ext uri="{BB962C8B-B14F-4D97-AF65-F5344CB8AC3E}">
        <p14:creationId xmlns:p14="http://schemas.microsoft.com/office/powerpoint/2010/main" val="450791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Effect transition="in" filter="fade">
                                      <p:cBhvr>
                                        <p:cTn id="11"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4632240" y="1016943"/>
            <a:ext cx="7074216" cy="3046988"/>
            <a:chOff x="3657600" y="1753901"/>
            <a:chExt cx="5305662" cy="3046992"/>
          </a:xfrm>
        </p:grpSpPr>
        <p:sp>
          <p:nvSpPr>
            <p:cNvPr id="12" name="Subtitle 9"/>
            <p:cNvSpPr txBox="1">
              <a:spLocks/>
            </p:cNvSpPr>
            <p:nvPr/>
          </p:nvSpPr>
          <p:spPr>
            <a:xfrm>
              <a:off x="4497830" y="1753901"/>
              <a:ext cx="4465432" cy="3046992"/>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3200" dirty="0"/>
                <a:t>Please have your broker/insurance agent review the insurance requirements in this solicitation to make sure your company can meet or exceed the requirements.</a:t>
              </a:r>
            </a:p>
          </p:txBody>
        </p:sp>
        <p:grpSp>
          <p:nvGrpSpPr>
            <p:cNvPr id="13" name="Group 12"/>
            <p:cNvGrpSpPr/>
            <p:nvPr/>
          </p:nvGrpSpPr>
          <p:grpSpPr>
            <a:xfrm>
              <a:off x="3657600" y="1808402"/>
              <a:ext cx="799510" cy="552187"/>
              <a:chOff x="542396" y="2339682"/>
              <a:chExt cx="799510" cy="552187"/>
            </a:xfrm>
          </p:grpSpPr>
          <p:sp>
            <p:nvSpPr>
              <p:cNvPr id="14" name="Rectangle 13"/>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a:solidFill>
                    <a:srgbClr val="000000"/>
                  </a:solidFill>
                  <a:latin typeface="Times New Roman" pitchFamily="18" charset="0"/>
                </a:endParaRPr>
              </a:p>
            </p:txBody>
          </p:sp>
          <p:sp>
            <p:nvSpPr>
              <p:cNvPr id="15" name="Rectangle 14"/>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a:solidFill>
                    <a:srgbClr val="000000"/>
                  </a:solidFill>
                  <a:latin typeface="Times New Roman" pitchFamily="18" charset="0"/>
                </a:endParaRPr>
              </a:p>
            </p:txBody>
          </p:sp>
          <p:sp>
            <p:nvSpPr>
              <p:cNvPr id="16" name="TextBox 15"/>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1</a:t>
                </a:r>
              </a:p>
            </p:txBody>
          </p:sp>
        </p:grpSp>
      </p:grpSp>
      <p:sp>
        <p:nvSpPr>
          <p:cNvPr id="35" name="Title 57"/>
          <p:cNvSpPr txBox="1">
            <a:spLocks/>
          </p:cNvSpPr>
          <p:nvPr/>
        </p:nvSpPr>
        <p:spPr>
          <a:xfrm>
            <a:off x="79380" y="270257"/>
            <a:ext cx="10154605" cy="831851"/>
          </a:xfrm>
          <a:prstGeom prst="rect">
            <a:avLst/>
          </a:prstGeom>
        </p:spPr>
        <p:txBody>
          <a:bodyPr/>
          <a:lstStyle>
            <a:lvl1pPr algn="l" rtl="0" eaLnBrk="1" fontAlgn="base" hangingPunct="1">
              <a:lnSpc>
                <a:spcPct val="90000"/>
              </a:lnSpc>
              <a:spcBef>
                <a:spcPct val="0"/>
              </a:spcBef>
              <a:spcAft>
                <a:spcPct val="0"/>
              </a:spcAft>
              <a:defRPr sz="3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1900" b="1">
                <a:solidFill>
                  <a:srgbClr val="000000"/>
                </a:solidFill>
                <a:latin typeface="Arial" charset="0"/>
              </a:defRPr>
            </a:lvl2pPr>
            <a:lvl3pPr algn="l" rtl="0" eaLnBrk="1" fontAlgn="base" hangingPunct="1">
              <a:lnSpc>
                <a:spcPct val="90000"/>
              </a:lnSpc>
              <a:spcBef>
                <a:spcPct val="0"/>
              </a:spcBef>
              <a:spcAft>
                <a:spcPct val="0"/>
              </a:spcAft>
              <a:defRPr sz="1900" b="1">
                <a:solidFill>
                  <a:srgbClr val="000000"/>
                </a:solidFill>
                <a:latin typeface="Arial" charset="0"/>
              </a:defRPr>
            </a:lvl3pPr>
            <a:lvl4pPr algn="l" rtl="0" eaLnBrk="1" fontAlgn="base" hangingPunct="1">
              <a:lnSpc>
                <a:spcPct val="90000"/>
              </a:lnSpc>
              <a:spcBef>
                <a:spcPct val="0"/>
              </a:spcBef>
              <a:spcAft>
                <a:spcPct val="0"/>
              </a:spcAft>
              <a:defRPr sz="1900" b="1">
                <a:solidFill>
                  <a:srgbClr val="000000"/>
                </a:solidFill>
                <a:latin typeface="Arial" charset="0"/>
              </a:defRPr>
            </a:lvl4pPr>
            <a:lvl5pPr algn="l" rtl="0" eaLnBrk="1" fontAlgn="base" hangingPunct="1">
              <a:lnSpc>
                <a:spcPct val="90000"/>
              </a:lnSpc>
              <a:spcBef>
                <a:spcPct val="0"/>
              </a:spcBef>
              <a:spcAft>
                <a:spcPct val="0"/>
              </a:spcAft>
              <a:defRPr sz="1900" b="1">
                <a:solidFill>
                  <a:srgbClr val="000000"/>
                </a:solidFill>
                <a:latin typeface="Arial" charset="0"/>
              </a:defRPr>
            </a:lvl5pPr>
            <a:lvl6pPr marL="342892" algn="l" rtl="0" eaLnBrk="1" fontAlgn="base" hangingPunct="1">
              <a:lnSpc>
                <a:spcPct val="90000"/>
              </a:lnSpc>
              <a:spcBef>
                <a:spcPct val="0"/>
              </a:spcBef>
              <a:spcAft>
                <a:spcPct val="0"/>
              </a:spcAft>
              <a:defRPr sz="1900" b="1">
                <a:solidFill>
                  <a:srgbClr val="000000"/>
                </a:solidFill>
                <a:latin typeface="Arial" charset="0"/>
              </a:defRPr>
            </a:lvl6pPr>
            <a:lvl7pPr marL="685783" algn="l" rtl="0" eaLnBrk="1" fontAlgn="base" hangingPunct="1">
              <a:lnSpc>
                <a:spcPct val="90000"/>
              </a:lnSpc>
              <a:spcBef>
                <a:spcPct val="0"/>
              </a:spcBef>
              <a:spcAft>
                <a:spcPct val="0"/>
              </a:spcAft>
              <a:defRPr sz="1900" b="1">
                <a:solidFill>
                  <a:srgbClr val="000000"/>
                </a:solidFill>
                <a:latin typeface="Arial" charset="0"/>
              </a:defRPr>
            </a:lvl7pPr>
            <a:lvl8pPr marL="1028675" algn="l" rtl="0" eaLnBrk="1" fontAlgn="base" hangingPunct="1">
              <a:lnSpc>
                <a:spcPct val="90000"/>
              </a:lnSpc>
              <a:spcBef>
                <a:spcPct val="0"/>
              </a:spcBef>
              <a:spcAft>
                <a:spcPct val="0"/>
              </a:spcAft>
              <a:defRPr sz="1900" b="1">
                <a:solidFill>
                  <a:srgbClr val="000000"/>
                </a:solidFill>
                <a:latin typeface="Arial" charset="0"/>
              </a:defRPr>
            </a:lvl8pPr>
            <a:lvl9pPr marL="1371566" algn="l" rtl="0" eaLnBrk="1" fontAlgn="base" hangingPunct="1">
              <a:lnSpc>
                <a:spcPct val="90000"/>
              </a:lnSpc>
              <a:spcBef>
                <a:spcPct val="0"/>
              </a:spcBef>
              <a:spcAft>
                <a:spcPct val="0"/>
              </a:spcAft>
              <a:defRPr sz="1900" b="1">
                <a:solidFill>
                  <a:srgbClr val="000000"/>
                </a:solidFill>
                <a:latin typeface="Arial" charset="0"/>
              </a:defRPr>
            </a:lvl9pPr>
          </a:lstStyle>
          <a:p>
            <a:r>
              <a:rPr lang="en-US" sz="4267" b="1" kern="0" dirty="0">
                <a:solidFill>
                  <a:srgbClr val="FF8F27"/>
                </a:solidFill>
              </a:rPr>
              <a:t>Insurance Requirements</a:t>
            </a:r>
          </a:p>
        </p:txBody>
      </p:sp>
      <p:sp>
        <p:nvSpPr>
          <p:cNvPr id="36" name="Rectangle 35"/>
          <p:cNvSpPr/>
          <p:nvPr/>
        </p:nvSpPr>
        <p:spPr bwMode="auto">
          <a:xfrm flipH="1">
            <a:off x="4399279" y="1071444"/>
            <a:ext cx="45719" cy="5252861"/>
          </a:xfrm>
          <a:prstGeom prst="rect">
            <a:avLst/>
          </a:prstGeom>
          <a:solidFill>
            <a:srgbClr val="6A9DC1"/>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a:ln>
                <a:solidFill>
                  <a:srgbClr val="002C59"/>
                </a:solidFill>
              </a:ln>
              <a:solidFill>
                <a:srgbClr val="002C59"/>
              </a:solidFill>
              <a:latin typeface="Times New Roman" pitchFamily="18" charset="0"/>
            </a:endParaRPr>
          </a:p>
        </p:txBody>
      </p:sp>
      <p:pic>
        <p:nvPicPr>
          <p:cNvPr id="38" name="Picture 37"/>
          <p:cNvPicPr>
            <a:picLocks noChangeAspect="1"/>
          </p:cNvPicPr>
          <p:nvPr/>
        </p:nvPicPr>
        <p:blipFill>
          <a:blip r:embed="rId3"/>
          <a:stretch>
            <a:fillRect/>
          </a:stretch>
        </p:blipFill>
        <p:spPr>
          <a:xfrm>
            <a:off x="41727" y="1239993"/>
            <a:ext cx="4086944" cy="4860427"/>
          </a:xfrm>
          <a:prstGeom prst="rect">
            <a:avLst/>
          </a:prstGeom>
        </p:spPr>
      </p:pic>
      <p:grpSp>
        <p:nvGrpSpPr>
          <p:cNvPr id="140" name="Group 139"/>
          <p:cNvGrpSpPr/>
          <p:nvPr/>
        </p:nvGrpSpPr>
        <p:grpSpPr>
          <a:xfrm>
            <a:off x="4630372" y="4216247"/>
            <a:ext cx="7074216" cy="2062103"/>
            <a:chOff x="3657600" y="1753901"/>
            <a:chExt cx="5305662" cy="2062106"/>
          </a:xfrm>
        </p:grpSpPr>
        <p:sp>
          <p:nvSpPr>
            <p:cNvPr id="141" name="Subtitle 9"/>
            <p:cNvSpPr txBox="1">
              <a:spLocks/>
            </p:cNvSpPr>
            <p:nvPr/>
          </p:nvSpPr>
          <p:spPr>
            <a:xfrm>
              <a:off x="4497830" y="1753901"/>
              <a:ext cx="4465432" cy="2062106"/>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3200" dirty="0"/>
                <a:t>A certificate of insurance will be required and reviewed for compliance prior to contract execution.</a:t>
              </a:r>
            </a:p>
          </p:txBody>
        </p:sp>
        <p:grpSp>
          <p:nvGrpSpPr>
            <p:cNvPr id="142" name="Group 141"/>
            <p:cNvGrpSpPr/>
            <p:nvPr/>
          </p:nvGrpSpPr>
          <p:grpSpPr>
            <a:xfrm>
              <a:off x="3657600" y="1808402"/>
              <a:ext cx="799510" cy="552187"/>
              <a:chOff x="542396" y="2339682"/>
              <a:chExt cx="799510" cy="552187"/>
            </a:xfrm>
          </p:grpSpPr>
          <p:sp>
            <p:nvSpPr>
              <p:cNvPr id="143" name="Rectangle 142"/>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44" name="Rectangle 143"/>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dirty="0">
                  <a:solidFill>
                    <a:srgbClr val="000000"/>
                  </a:solidFill>
                  <a:latin typeface="Times New Roman" pitchFamily="18" charset="0"/>
                </a:endParaRPr>
              </a:p>
            </p:txBody>
          </p:sp>
          <p:sp>
            <p:nvSpPr>
              <p:cNvPr id="145" name="TextBox 144"/>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2</a:t>
                </a:r>
              </a:p>
            </p:txBody>
          </p:sp>
        </p:grpSp>
      </p:grpSp>
      <p:sp>
        <p:nvSpPr>
          <p:cNvPr id="3" name="Slide Number Placeholder 2"/>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14</a:t>
            </a:fld>
            <a:endParaRPr lang="en-US" dirty="0">
              <a:solidFill>
                <a:srgbClr val="FFFFFF"/>
              </a:solidFill>
            </a:endParaRPr>
          </a:p>
        </p:txBody>
      </p:sp>
    </p:spTree>
    <p:extLst>
      <p:ext uri="{BB962C8B-B14F-4D97-AF65-F5344CB8AC3E}">
        <p14:creationId xmlns:p14="http://schemas.microsoft.com/office/powerpoint/2010/main" val="1394068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par>
                          <p:cTn id="8" fill="hold">
                            <p:stCondLst>
                              <p:cond delay="1000"/>
                            </p:stCondLst>
                            <p:childTnLst>
                              <p:par>
                                <p:cTn id="9" presetID="22" presetClass="entr" presetSubtype="8" fill="hold" nodeType="afterEffect">
                                  <p:stCondLst>
                                    <p:cond delay="500"/>
                                  </p:stCondLst>
                                  <p:childTnLst>
                                    <p:set>
                                      <p:cBhvr>
                                        <p:cTn id="10" dur="1" fill="hold">
                                          <p:stCondLst>
                                            <p:cond delay="0"/>
                                          </p:stCondLst>
                                        </p:cTn>
                                        <p:tgtEl>
                                          <p:spTgt spid="140"/>
                                        </p:tgtEl>
                                        <p:attrNameLst>
                                          <p:attrName>style.visibility</p:attrName>
                                        </p:attrNameLst>
                                      </p:cBhvr>
                                      <p:to>
                                        <p:strVal val="visible"/>
                                      </p:to>
                                    </p:set>
                                    <p:animEffect transition="in" filter="wipe(left)">
                                      <p:cBhvr>
                                        <p:cTn id="11" dur="10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4632240" y="1016942"/>
            <a:ext cx="7074216" cy="3539430"/>
            <a:chOff x="3657600" y="1753901"/>
            <a:chExt cx="5305662" cy="3539437"/>
          </a:xfrm>
        </p:grpSpPr>
        <p:sp>
          <p:nvSpPr>
            <p:cNvPr id="12" name="Subtitle 9"/>
            <p:cNvSpPr txBox="1">
              <a:spLocks/>
            </p:cNvSpPr>
            <p:nvPr/>
          </p:nvSpPr>
          <p:spPr>
            <a:xfrm>
              <a:off x="4497830" y="1753901"/>
              <a:ext cx="4465432" cy="3539437"/>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lvl="0">
                <a:spcBef>
                  <a:spcPts val="1800"/>
                </a:spcBef>
                <a:buClr>
                  <a:srgbClr val="F07F09"/>
                </a:buClr>
              </a:pPr>
              <a:r>
                <a:rPr lang="en-US" sz="3200" dirty="0"/>
                <a:t>Questions related to insurance should be submitted in writing.  The written questions will be sent to the Insurance Program Administrator for response. The questions and responses will be released via addendum.</a:t>
              </a:r>
            </a:p>
          </p:txBody>
        </p:sp>
        <p:grpSp>
          <p:nvGrpSpPr>
            <p:cNvPr id="13" name="Group 12"/>
            <p:cNvGrpSpPr/>
            <p:nvPr/>
          </p:nvGrpSpPr>
          <p:grpSpPr>
            <a:xfrm>
              <a:off x="3657600" y="1808402"/>
              <a:ext cx="799510" cy="552187"/>
              <a:chOff x="542396" y="2339682"/>
              <a:chExt cx="799510" cy="552187"/>
            </a:xfrm>
          </p:grpSpPr>
          <p:sp>
            <p:nvSpPr>
              <p:cNvPr id="14" name="Rectangle 13"/>
              <p:cNvSpPr/>
              <p:nvPr/>
            </p:nvSpPr>
            <p:spPr bwMode="auto">
              <a:xfrm rot="5400000">
                <a:off x="625482" y="2256596"/>
                <a:ext cx="552187" cy="718359"/>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a:solidFill>
                    <a:srgbClr val="000000"/>
                  </a:solidFill>
                  <a:latin typeface="Times New Roman" pitchFamily="18" charset="0"/>
                </a:endParaRPr>
              </a:p>
            </p:txBody>
          </p:sp>
          <p:sp>
            <p:nvSpPr>
              <p:cNvPr id="15" name="Rectangle 14"/>
              <p:cNvSpPr/>
              <p:nvPr/>
            </p:nvSpPr>
            <p:spPr bwMode="auto">
              <a:xfrm rot="2700000">
                <a:off x="1150545" y="2524404"/>
                <a:ext cx="191361" cy="191361"/>
              </a:xfrm>
              <a:prstGeom prst="rect">
                <a:avLst/>
              </a:prstGeom>
              <a:solidFill>
                <a:schemeClr val="tx1">
                  <a:lumMod val="75000"/>
                  <a:lumOff val="25000"/>
                </a:schemeClr>
              </a:solidFill>
              <a:ln w="9525" cap="flat" cmpd="sng" algn="ctr">
                <a:noFill/>
                <a:prstDash val="solid"/>
                <a:miter lim="800000"/>
                <a:headEnd type="none" w="med" len="med"/>
                <a:tailEnd type="none" w="med" len="med"/>
              </a:ln>
              <a:effectLst/>
            </p:spPr>
            <p:txBody>
              <a:bodyPr vert="horz" wrap="none" lIns="121920" tIns="60960" rIns="121920" bIns="60960" numCol="1" rtlCol="0" anchor="t" anchorCtr="0" compatLnSpc="1">
                <a:prstTxWarp prst="textNoShape">
                  <a:avLst/>
                </a:prstTxWarp>
              </a:bodyPr>
              <a:lstStyle/>
              <a:p>
                <a:pPr defTabSz="1219170" fontAlgn="base">
                  <a:spcBef>
                    <a:spcPct val="0"/>
                  </a:spcBef>
                  <a:spcAft>
                    <a:spcPct val="0"/>
                  </a:spcAft>
                </a:pPr>
                <a:endParaRPr lang="en-US" sz="2400">
                  <a:solidFill>
                    <a:srgbClr val="000000"/>
                  </a:solidFill>
                  <a:latin typeface="Times New Roman" pitchFamily="18" charset="0"/>
                </a:endParaRPr>
              </a:p>
            </p:txBody>
          </p:sp>
          <p:sp>
            <p:nvSpPr>
              <p:cNvPr id="16" name="TextBox 15"/>
              <p:cNvSpPr txBox="1"/>
              <p:nvPr/>
            </p:nvSpPr>
            <p:spPr bwMode="auto">
              <a:xfrm>
                <a:off x="752307" y="2414699"/>
                <a:ext cx="298535" cy="418577"/>
              </a:xfrm>
              <a:prstGeom prst="rect">
                <a:avLst/>
              </a:prstGeom>
              <a:noFill/>
              <a:ln w="9525">
                <a:noFill/>
                <a:miter lim="800000"/>
                <a:headEnd/>
                <a:tailEnd/>
              </a:ln>
              <a:effectLst/>
            </p:spPr>
            <p:txBody>
              <a:bodyPr vert="horz" wrap="square" lIns="24384" tIns="24384" rIns="24384" bIns="24384" numCol="1" rtlCol="0" anchor="t" anchorCtr="0" compatLnSpc="1">
                <a:prstTxWarp prst="textNoShape">
                  <a:avLst/>
                </a:prstTxWarp>
                <a:spAutoFit/>
              </a:bodyPr>
              <a:lstStyle/>
              <a:p>
                <a:pPr algn="ctr" defTabSz="1219170" fontAlgn="base">
                  <a:spcBef>
                    <a:spcPts val="400"/>
                  </a:spcBef>
                  <a:spcAft>
                    <a:spcPts val="533"/>
                  </a:spcAft>
                  <a:buClr>
                    <a:srgbClr val="59595C">
                      <a:lumMod val="50000"/>
                    </a:srgbClr>
                  </a:buClr>
                </a:pPr>
                <a:r>
                  <a:rPr lang="en-US" sz="2400" b="1" kern="0" dirty="0">
                    <a:solidFill>
                      <a:srgbClr val="FFFFFF"/>
                    </a:solidFill>
                    <a:latin typeface="Segoe UI"/>
                  </a:rPr>
                  <a:t>3</a:t>
                </a:r>
              </a:p>
            </p:txBody>
          </p:sp>
        </p:grpSp>
      </p:grpSp>
      <p:sp>
        <p:nvSpPr>
          <p:cNvPr id="35" name="Title 57"/>
          <p:cNvSpPr txBox="1">
            <a:spLocks/>
          </p:cNvSpPr>
          <p:nvPr/>
        </p:nvSpPr>
        <p:spPr>
          <a:xfrm>
            <a:off x="79380" y="270257"/>
            <a:ext cx="10154605" cy="831851"/>
          </a:xfrm>
          <a:prstGeom prst="rect">
            <a:avLst/>
          </a:prstGeom>
        </p:spPr>
        <p:txBody>
          <a:bodyPr/>
          <a:lstStyle>
            <a:lvl1pPr algn="l" rtl="0" eaLnBrk="1" fontAlgn="base" hangingPunct="1">
              <a:lnSpc>
                <a:spcPct val="90000"/>
              </a:lnSpc>
              <a:spcBef>
                <a:spcPct val="0"/>
              </a:spcBef>
              <a:spcAft>
                <a:spcPct val="0"/>
              </a:spcAft>
              <a:defRPr sz="3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1900" b="1">
                <a:solidFill>
                  <a:srgbClr val="000000"/>
                </a:solidFill>
                <a:latin typeface="Arial" charset="0"/>
              </a:defRPr>
            </a:lvl2pPr>
            <a:lvl3pPr algn="l" rtl="0" eaLnBrk="1" fontAlgn="base" hangingPunct="1">
              <a:lnSpc>
                <a:spcPct val="90000"/>
              </a:lnSpc>
              <a:spcBef>
                <a:spcPct val="0"/>
              </a:spcBef>
              <a:spcAft>
                <a:spcPct val="0"/>
              </a:spcAft>
              <a:defRPr sz="1900" b="1">
                <a:solidFill>
                  <a:srgbClr val="000000"/>
                </a:solidFill>
                <a:latin typeface="Arial" charset="0"/>
              </a:defRPr>
            </a:lvl3pPr>
            <a:lvl4pPr algn="l" rtl="0" eaLnBrk="1" fontAlgn="base" hangingPunct="1">
              <a:lnSpc>
                <a:spcPct val="90000"/>
              </a:lnSpc>
              <a:spcBef>
                <a:spcPct val="0"/>
              </a:spcBef>
              <a:spcAft>
                <a:spcPct val="0"/>
              </a:spcAft>
              <a:defRPr sz="1900" b="1">
                <a:solidFill>
                  <a:srgbClr val="000000"/>
                </a:solidFill>
                <a:latin typeface="Arial" charset="0"/>
              </a:defRPr>
            </a:lvl4pPr>
            <a:lvl5pPr algn="l" rtl="0" eaLnBrk="1" fontAlgn="base" hangingPunct="1">
              <a:lnSpc>
                <a:spcPct val="90000"/>
              </a:lnSpc>
              <a:spcBef>
                <a:spcPct val="0"/>
              </a:spcBef>
              <a:spcAft>
                <a:spcPct val="0"/>
              </a:spcAft>
              <a:defRPr sz="1900" b="1">
                <a:solidFill>
                  <a:srgbClr val="000000"/>
                </a:solidFill>
                <a:latin typeface="Arial" charset="0"/>
              </a:defRPr>
            </a:lvl5pPr>
            <a:lvl6pPr marL="342892" algn="l" rtl="0" eaLnBrk="1" fontAlgn="base" hangingPunct="1">
              <a:lnSpc>
                <a:spcPct val="90000"/>
              </a:lnSpc>
              <a:spcBef>
                <a:spcPct val="0"/>
              </a:spcBef>
              <a:spcAft>
                <a:spcPct val="0"/>
              </a:spcAft>
              <a:defRPr sz="1900" b="1">
                <a:solidFill>
                  <a:srgbClr val="000000"/>
                </a:solidFill>
                <a:latin typeface="Arial" charset="0"/>
              </a:defRPr>
            </a:lvl6pPr>
            <a:lvl7pPr marL="685783" algn="l" rtl="0" eaLnBrk="1" fontAlgn="base" hangingPunct="1">
              <a:lnSpc>
                <a:spcPct val="90000"/>
              </a:lnSpc>
              <a:spcBef>
                <a:spcPct val="0"/>
              </a:spcBef>
              <a:spcAft>
                <a:spcPct val="0"/>
              </a:spcAft>
              <a:defRPr sz="1900" b="1">
                <a:solidFill>
                  <a:srgbClr val="000000"/>
                </a:solidFill>
                <a:latin typeface="Arial" charset="0"/>
              </a:defRPr>
            </a:lvl7pPr>
            <a:lvl8pPr marL="1028675" algn="l" rtl="0" eaLnBrk="1" fontAlgn="base" hangingPunct="1">
              <a:lnSpc>
                <a:spcPct val="90000"/>
              </a:lnSpc>
              <a:spcBef>
                <a:spcPct val="0"/>
              </a:spcBef>
              <a:spcAft>
                <a:spcPct val="0"/>
              </a:spcAft>
              <a:defRPr sz="1900" b="1">
                <a:solidFill>
                  <a:srgbClr val="000000"/>
                </a:solidFill>
                <a:latin typeface="Arial" charset="0"/>
              </a:defRPr>
            </a:lvl8pPr>
            <a:lvl9pPr marL="1371566" algn="l" rtl="0" eaLnBrk="1" fontAlgn="base" hangingPunct="1">
              <a:lnSpc>
                <a:spcPct val="90000"/>
              </a:lnSpc>
              <a:spcBef>
                <a:spcPct val="0"/>
              </a:spcBef>
              <a:spcAft>
                <a:spcPct val="0"/>
              </a:spcAft>
              <a:defRPr sz="1900" b="1">
                <a:solidFill>
                  <a:srgbClr val="000000"/>
                </a:solidFill>
                <a:latin typeface="Arial" charset="0"/>
              </a:defRPr>
            </a:lvl9pPr>
          </a:lstStyle>
          <a:p>
            <a:r>
              <a:rPr lang="en-US" sz="4267" b="1" kern="0" dirty="0">
                <a:solidFill>
                  <a:srgbClr val="FF8F27"/>
                </a:solidFill>
              </a:rPr>
              <a:t>Insurance Requirements</a:t>
            </a:r>
          </a:p>
        </p:txBody>
      </p:sp>
      <p:sp>
        <p:nvSpPr>
          <p:cNvPr id="36" name="Rectangle 35"/>
          <p:cNvSpPr/>
          <p:nvPr/>
        </p:nvSpPr>
        <p:spPr bwMode="auto">
          <a:xfrm flipH="1">
            <a:off x="4399279" y="1071444"/>
            <a:ext cx="45719" cy="5252861"/>
          </a:xfrm>
          <a:prstGeom prst="rect">
            <a:avLst/>
          </a:prstGeom>
          <a:solidFill>
            <a:srgbClr val="6A9DC1"/>
          </a:solidFill>
          <a:ln w="9525" cap="flat" cmpd="sng" algn="ctr">
            <a:noFill/>
            <a:prstDash val="solid"/>
            <a:miter lim="800000"/>
            <a:headEnd type="none" w="med" len="med"/>
            <a:tailEnd type="none" w="med" len="med"/>
          </a:ln>
          <a:effectLst/>
        </p:spPr>
        <p:txBody>
          <a:bodyPr vert="horz" wrap="none" lIns="91439" tIns="45719" rIns="91439" bIns="45719" numCol="1" rtlCol="0" anchor="t" anchorCtr="0" compatLnSpc="1">
            <a:prstTxWarp prst="textNoShape">
              <a:avLst/>
            </a:prstTxWarp>
          </a:bodyPr>
          <a:lstStyle/>
          <a:p>
            <a:pPr defTabSz="914354" fontAlgn="base">
              <a:spcBef>
                <a:spcPct val="0"/>
              </a:spcBef>
              <a:spcAft>
                <a:spcPct val="0"/>
              </a:spcAft>
            </a:pPr>
            <a:endParaRPr lang="en-US" sz="2400">
              <a:ln>
                <a:solidFill>
                  <a:srgbClr val="002C59"/>
                </a:solidFill>
              </a:ln>
              <a:solidFill>
                <a:srgbClr val="002C59"/>
              </a:solidFill>
              <a:latin typeface="Times New Roman" pitchFamily="18" charset="0"/>
            </a:endParaRPr>
          </a:p>
        </p:txBody>
      </p:sp>
      <p:pic>
        <p:nvPicPr>
          <p:cNvPr id="38" name="Picture 37"/>
          <p:cNvPicPr>
            <a:picLocks noChangeAspect="1"/>
          </p:cNvPicPr>
          <p:nvPr/>
        </p:nvPicPr>
        <p:blipFill>
          <a:blip r:embed="rId3"/>
          <a:stretch>
            <a:fillRect/>
          </a:stretch>
        </p:blipFill>
        <p:spPr>
          <a:xfrm>
            <a:off x="41727" y="1239993"/>
            <a:ext cx="4086944" cy="4860427"/>
          </a:xfrm>
          <a:prstGeom prst="rect">
            <a:avLst/>
          </a:prstGeom>
        </p:spPr>
      </p:pic>
      <p:sp>
        <p:nvSpPr>
          <p:cNvPr id="3" name="Slide Number Placeholder 2"/>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15</a:t>
            </a:fld>
            <a:endParaRPr lang="en-US" dirty="0">
              <a:solidFill>
                <a:srgbClr val="FFFFFF"/>
              </a:solidFill>
            </a:endParaRPr>
          </a:p>
        </p:txBody>
      </p:sp>
    </p:spTree>
    <p:extLst>
      <p:ext uri="{BB962C8B-B14F-4D97-AF65-F5344CB8AC3E}">
        <p14:creationId xmlns:p14="http://schemas.microsoft.com/office/powerpoint/2010/main" val="306102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60275" y="2293933"/>
            <a:ext cx="5331725" cy="1176735"/>
          </a:xfrm>
        </p:spPr>
        <p:txBody>
          <a:bodyPr/>
          <a:lstStyle/>
          <a:p>
            <a:r>
              <a:rPr lang="en-US" dirty="0"/>
              <a:t>BUSINESS DIVERSITY</a:t>
            </a:r>
            <a:endParaRPr lang="en-US" sz="2000" dirty="0"/>
          </a:p>
        </p:txBody>
      </p:sp>
    </p:spTree>
    <p:extLst>
      <p:ext uri="{BB962C8B-B14F-4D97-AF65-F5344CB8AC3E}">
        <p14:creationId xmlns:p14="http://schemas.microsoft.com/office/powerpoint/2010/main" val="271133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17</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sp>
        <p:nvSpPr>
          <p:cNvPr id="4" name="Title 3"/>
          <p:cNvSpPr>
            <a:spLocks noGrp="1"/>
          </p:cNvSpPr>
          <p:nvPr>
            <p:ph type="title"/>
          </p:nvPr>
        </p:nvSpPr>
        <p:spPr>
          <a:xfrm>
            <a:off x="276265" y="213544"/>
            <a:ext cx="11915735" cy="831851"/>
          </a:xfrm>
        </p:spPr>
        <p:txBody>
          <a:bodyPr/>
          <a:lstStyle/>
          <a:p>
            <a:r>
              <a:rPr lang="en-US" sz="3200" b="1" dirty="0"/>
              <a:t>Business Diversity Goal</a:t>
            </a:r>
            <a:endParaRPr lang="en-US" sz="3200" b="1" dirty="0">
              <a:solidFill>
                <a:srgbClr val="FF0000"/>
              </a:solidFill>
            </a:endParaRPr>
          </a:p>
        </p:txBody>
      </p:sp>
      <p:cxnSp>
        <p:nvCxnSpPr>
          <p:cNvPr id="5" name="Straight Connector 4"/>
          <p:cNvCxnSpPr/>
          <p:nvPr/>
        </p:nvCxnSpPr>
        <p:spPr>
          <a:xfrm>
            <a:off x="314516" y="1159706"/>
            <a:ext cx="11419554" cy="20444"/>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Subtitle 2"/>
          <p:cNvSpPr txBox="1">
            <a:spLocks/>
          </p:cNvSpPr>
          <p:nvPr/>
        </p:nvSpPr>
        <p:spPr>
          <a:xfrm>
            <a:off x="276265" y="1442186"/>
            <a:ext cx="11207528" cy="1815882"/>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marL="0" marR="0" lvl="0" indent="0" algn="just" defTabSz="914400" rtl="0" eaLnBrk="1" fontAlgn="base" latinLnBrk="0" hangingPunct="1">
              <a:lnSpc>
                <a:spcPct val="100000"/>
              </a:lnSpc>
              <a:spcBef>
                <a:spcPts val="225"/>
              </a:spcBef>
              <a:spcAft>
                <a:spcPts val="300"/>
              </a:spcAft>
              <a:buClr>
                <a:srgbClr val="59595C">
                  <a:lumMod val="50000"/>
                </a:srgbClr>
              </a:buClr>
              <a:buSzTx/>
              <a:buFont typeface="Webdings" pitchFamily="18" charset="2"/>
              <a:buNone/>
              <a:tabLst/>
              <a:defRPr/>
            </a:pPr>
            <a:r>
              <a:rPr kumimoji="0" lang="en-US" sz="28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It is NTTA’s policy to promote the participation of disadvantaged, minority, woman-owned business enterprises (D/M/WBE) in the procurement of goods, materials, supplies and services on any available contracting opportunity.</a:t>
            </a:r>
          </a:p>
        </p:txBody>
      </p:sp>
    </p:spTree>
    <p:extLst>
      <p:ext uri="{BB962C8B-B14F-4D97-AF65-F5344CB8AC3E}">
        <p14:creationId xmlns:p14="http://schemas.microsoft.com/office/powerpoint/2010/main" val="1864894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30048" t="4448" r="36865" b="59556"/>
          <a:stretch/>
        </p:blipFill>
        <p:spPr>
          <a:xfrm>
            <a:off x="4703401" y="2233681"/>
            <a:ext cx="2785199" cy="914400"/>
          </a:xfrm>
          <a:prstGeom prst="rect">
            <a:avLst/>
          </a:prstGeom>
        </p:spPr>
      </p:pic>
      <p:sp>
        <p:nvSpPr>
          <p:cNvPr id="4" name="Title 3"/>
          <p:cNvSpPr>
            <a:spLocks noGrp="1"/>
          </p:cNvSpPr>
          <p:nvPr>
            <p:ph type="title"/>
          </p:nvPr>
        </p:nvSpPr>
        <p:spPr>
          <a:xfrm>
            <a:off x="242641" y="448253"/>
            <a:ext cx="10515600" cy="667109"/>
          </a:xfrm>
        </p:spPr>
        <p:txBody>
          <a:bodyPr/>
          <a:lstStyle/>
          <a:p>
            <a:r>
              <a:rPr lang="en-US" sz="3600" b="1" dirty="0"/>
              <a:t>Ensuring Active Participation</a:t>
            </a:r>
            <a:endParaRPr lang="en-US" sz="3600" b="1" dirty="0">
              <a:solidFill>
                <a:schemeClr val="accent2"/>
              </a:solidFill>
            </a:endParaRPr>
          </a:p>
        </p:txBody>
      </p:sp>
      <p:sp>
        <p:nvSpPr>
          <p:cNvPr id="5" name="Slide Number Placeholder 4"/>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18</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cxnSp>
        <p:nvCxnSpPr>
          <p:cNvPr id="14" name="Straight Connector 13"/>
          <p:cNvCxnSpPr/>
          <p:nvPr/>
        </p:nvCxnSpPr>
        <p:spPr>
          <a:xfrm flipV="1">
            <a:off x="242641" y="1163141"/>
            <a:ext cx="11315233" cy="2590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EAFADD4B-C27E-499A-A1DD-608CBDDF953D}"/>
              </a:ext>
            </a:extLst>
          </p:cNvPr>
          <p:cNvSpPr txBox="1"/>
          <p:nvPr/>
        </p:nvSpPr>
        <p:spPr bwMode="auto">
          <a:xfrm>
            <a:off x="4267214" y="3356407"/>
            <a:ext cx="3657572" cy="590931"/>
          </a:xfrm>
          <a:prstGeom prst="rect">
            <a:avLst/>
          </a:prstGeom>
          <a:noFill/>
          <a:ln w="25400">
            <a:solidFill>
              <a:schemeClr val="accent2">
                <a:lumMod val="60000"/>
                <a:lumOff val="40000"/>
              </a:schemeClr>
            </a:solid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ctr"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lang="en-US" sz="3600" kern="0" dirty="0">
                <a:solidFill>
                  <a:srgbClr val="000000"/>
                </a:solidFill>
                <a:latin typeface="Segoe UI"/>
              </a:rPr>
              <a:t>Good Faith Effort</a:t>
            </a:r>
            <a:endParaRPr kumimoji="0" lang="en-US" sz="3600" b="0" i="0" u="none" strike="noStrike" kern="0" cap="none" spc="0" normalizeH="0" baseline="0" noProof="0" dirty="0">
              <a:ln>
                <a:noFill/>
              </a:ln>
              <a:solidFill>
                <a:srgbClr val="000000"/>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A0A6B8B0-B235-4D14-883C-9F7A434A687C}"/>
              </a:ext>
            </a:extLst>
          </p:cNvPr>
          <p:cNvSpPr/>
          <p:nvPr/>
        </p:nvSpPr>
        <p:spPr>
          <a:xfrm>
            <a:off x="3999444" y="4484270"/>
            <a:ext cx="4193111" cy="121058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Contract specific goals are be based on:</a:t>
            </a:r>
          </a:p>
          <a:p>
            <a:pPr marL="640080" marR="0" lvl="2" indent="0" algn="l" defTabSz="914400" rtl="0" eaLnBrk="1" fontAlgn="auto" latinLnBrk="0" hangingPunct="1">
              <a:lnSpc>
                <a:spcPct val="100000"/>
              </a:lnSpc>
              <a:spcBef>
                <a:spcPts val="0"/>
              </a:spcBef>
              <a:spcAft>
                <a:spcPts val="400"/>
              </a:spcAft>
              <a:buClr>
                <a:srgbClr val="D26400">
                  <a:lumMod val="60000"/>
                  <a:lumOff val="40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 scope of work, and,</a:t>
            </a:r>
          </a:p>
          <a:p>
            <a:pPr marL="640080" marR="0" lvl="2" indent="0" algn="l" defTabSz="914400" rtl="0" eaLnBrk="1" fontAlgn="auto" latinLnBrk="0" hangingPunct="1">
              <a:lnSpc>
                <a:spcPct val="100000"/>
              </a:lnSpc>
              <a:spcBef>
                <a:spcPts val="0"/>
              </a:spcBef>
              <a:spcAft>
                <a:spcPts val="0"/>
              </a:spcAft>
              <a:buClr>
                <a:srgbClr val="D26400">
                  <a:lumMod val="60000"/>
                  <a:lumOff val="40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 availability of certified firms</a:t>
            </a:r>
          </a:p>
          <a:p>
            <a:pPr marL="640080" marR="0" lvl="2" indent="0" algn="l" defTabSz="914400" rtl="0" eaLnBrk="1" fontAlgn="auto" latinLnBrk="0" hangingPunct="1">
              <a:lnSpc>
                <a:spcPct val="100000"/>
              </a:lnSpc>
              <a:spcBef>
                <a:spcPts val="0"/>
              </a:spcBef>
              <a:spcAft>
                <a:spcPts val="0"/>
              </a:spcAft>
              <a:buClr>
                <a:srgbClr val="D26400">
                  <a:lumMod val="60000"/>
                  <a:lumOff val="40000"/>
                </a:srgbClr>
              </a:buClr>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  for the scope of work</a:t>
            </a:r>
          </a:p>
        </p:txBody>
      </p:sp>
      <p:sp>
        <p:nvSpPr>
          <p:cNvPr id="7" name="Rectangle 6">
            <a:extLst>
              <a:ext uri="{FF2B5EF4-FFF2-40B4-BE49-F238E27FC236}">
                <a16:creationId xmlns:a16="http://schemas.microsoft.com/office/drawing/2014/main" id="{6209CA54-9840-4578-BC35-C9A5CDCCF59C}"/>
              </a:ext>
            </a:extLst>
          </p:cNvPr>
          <p:cNvSpPr/>
          <p:nvPr/>
        </p:nvSpPr>
        <p:spPr>
          <a:xfrm>
            <a:off x="4660351" y="1496917"/>
            <a:ext cx="2871299" cy="769441"/>
          </a:xfrm>
          <a:prstGeom prst="rect">
            <a:avLst/>
          </a:prstGeom>
        </p:spPr>
        <p:txBody>
          <a:bodyPr wrap="none">
            <a:spAutoFit/>
          </a:bodyPr>
          <a:lstStyle/>
          <a:p>
            <a:pPr marL="0" marR="0" lvl="0" indent="0" algn="ctr" defTabSz="914400" rtl="0" eaLnBrk="1" fontAlgn="base" latinLnBrk="0" hangingPunct="1">
              <a:lnSpc>
                <a:spcPct val="100000"/>
              </a:lnSpc>
              <a:spcBef>
                <a:spcPts val="300"/>
              </a:spcBef>
              <a:spcAft>
                <a:spcPts val="400"/>
              </a:spcAft>
              <a:buClr>
                <a:srgbClr val="59595C">
                  <a:lumMod val="50000"/>
                </a:srgbClr>
              </a:buClr>
              <a:buSzTx/>
              <a:buFontTx/>
              <a:buNone/>
              <a:tabLst/>
              <a:defRPr/>
            </a:pPr>
            <a:r>
              <a:rPr kumimoji="0" lang="en-US" sz="4400" b="1" i="0" u="none" strike="noStrike" kern="0" cap="none" spc="0" normalizeH="0" baseline="0" noProof="0" dirty="0">
                <a:ln>
                  <a:noFill/>
                </a:ln>
                <a:solidFill>
                  <a:srgbClr val="5C7883"/>
                </a:solidFill>
                <a:effectLst/>
                <a:uLnTx/>
                <a:uFillTx/>
                <a:latin typeface="Segoe UI"/>
                <a:ea typeface="+mn-ea"/>
                <a:cs typeface="+mn-cs"/>
              </a:rPr>
              <a:t>D/M/WBE</a:t>
            </a:r>
          </a:p>
        </p:txBody>
      </p:sp>
      <p:grpSp>
        <p:nvGrpSpPr>
          <p:cNvPr id="1036" name="Group 1035">
            <a:extLst>
              <a:ext uri="{FF2B5EF4-FFF2-40B4-BE49-F238E27FC236}">
                <a16:creationId xmlns:a16="http://schemas.microsoft.com/office/drawing/2014/main" id="{5BAB1469-3475-4EF7-B3BE-F0E9DF41BA4D}"/>
              </a:ext>
            </a:extLst>
          </p:cNvPr>
          <p:cNvGrpSpPr/>
          <p:nvPr/>
        </p:nvGrpSpPr>
        <p:grpSpPr>
          <a:xfrm>
            <a:off x="3808801" y="1881637"/>
            <a:ext cx="4580300" cy="1775312"/>
            <a:chOff x="3808801" y="1881637"/>
            <a:chExt cx="4580300" cy="1775312"/>
          </a:xfrm>
        </p:grpSpPr>
        <p:cxnSp>
          <p:nvCxnSpPr>
            <p:cNvPr id="12" name="Straight Connector 11">
              <a:extLst>
                <a:ext uri="{FF2B5EF4-FFF2-40B4-BE49-F238E27FC236}">
                  <a16:creationId xmlns:a16="http://schemas.microsoft.com/office/drawing/2014/main" id="{559BF324-E92D-4A2D-8CF9-E63EBD73CAF3}"/>
                </a:ext>
              </a:extLst>
            </p:cNvPr>
            <p:cNvCxnSpPr>
              <a:cxnSpLocks/>
            </p:cNvCxnSpPr>
            <p:nvPr/>
          </p:nvCxnSpPr>
          <p:spPr bwMode="auto">
            <a:xfrm>
              <a:off x="7480194" y="1881637"/>
              <a:ext cx="908907" cy="0"/>
            </a:xfrm>
            <a:prstGeom prst="line">
              <a:avLst/>
            </a:prstGeom>
            <a:solidFill>
              <a:schemeClr val="accent1"/>
            </a:solidFill>
            <a:ln w="25400" cap="flat" cmpd="sng" algn="ctr">
              <a:solidFill>
                <a:schemeClr val="accent2">
                  <a:lumMod val="60000"/>
                  <a:lumOff val="40000"/>
                </a:schemeClr>
              </a:solidFill>
              <a:prstDash val="sysDash"/>
              <a:miter lim="800000"/>
              <a:headEnd type="none" w="med" len="med"/>
              <a:tailEnd type="none" w="med" len="med"/>
            </a:ln>
            <a:effectLst/>
          </p:spPr>
        </p:cxnSp>
        <p:cxnSp>
          <p:nvCxnSpPr>
            <p:cNvPr id="23" name="Straight Connector 22">
              <a:extLst>
                <a:ext uri="{FF2B5EF4-FFF2-40B4-BE49-F238E27FC236}">
                  <a16:creationId xmlns:a16="http://schemas.microsoft.com/office/drawing/2014/main" id="{7963C914-DB85-4924-B550-EE27F1A6A425}"/>
                </a:ext>
              </a:extLst>
            </p:cNvPr>
            <p:cNvCxnSpPr>
              <a:cxnSpLocks/>
            </p:cNvCxnSpPr>
            <p:nvPr/>
          </p:nvCxnSpPr>
          <p:spPr bwMode="auto">
            <a:xfrm>
              <a:off x="3808801" y="1881637"/>
              <a:ext cx="916825" cy="0"/>
            </a:xfrm>
            <a:prstGeom prst="line">
              <a:avLst/>
            </a:prstGeom>
            <a:solidFill>
              <a:schemeClr val="accent1"/>
            </a:solidFill>
            <a:ln w="25400" cap="flat" cmpd="sng" algn="ctr">
              <a:solidFill>
                <a:schemeClr val="accent2">
                  <a:lumMod val="60000"/>
                  <a:lumOff val="40000"/>
                </a:schemeClr>
              </a:solidFill>
              <a:prstDash val="sysDash"/>
              <a:miter lim="800000"/>
              <a:headEnd type="none" w="med" len="med"/>
              <a:tailEnd type="none" w="med" len="med"/>
            </a:ln>
            <a:effectLst/>
          </p:spPr>
        </p:cxnSp>
        <p:cxnSp>
          <p:nvCxnSpPr>
            <p:cNvPr id="24" name="Straight Connector 23">
              <a:extLst>
                <a:ext uri="{FF2B5EF4-FFF2-40B4-BE49-F238E27FC236}">
                  <a16:creationId xmlns:a16="http://schemas.microsoft.com/office/drawing/2014/main" id="{6AD200DB-47A8-43F9-8865-DA7B4F82DD71}"/>
                </a:ext>
              </a:extLst>
            </p:cNvPr>
            <p:cNvCxnSpPr>
              <a:cxnSpLocks/>
            </p:cNvCxnSpPr>
            <p:nvPr/>
          </p:nvCxnSpPr>
          <p:spPr bwMode="auto">
            <a:xfrm>
              <a:off x="3821950" y="1881637"/>
              <a:ext cx="0" cy="1775312"/>
            </a:xfrm>
            <a:prstGeom prst="line">
              <a:avLst/>
            </a:prstGeom>
            <a:solidFill>
              <a:schemeClr val="accent1"/>
            </a:solidFill>
            <a:ln w="25400" cap="flat" cmpd="sng" algn="ctr">
              <a:solidFill>
                <a:schemeClr val="accent2">
                  <a:lumMod val="60000"/>
                  <a:lumOff val="40000"/>
                </a:schemeClr>
              </a:solidFill>
              <a:prstDash val="sysDash"/>
              <a:miter lim="800000"/>
              <a:headEnd type="none" w="med" len="med"/>
              <a:tailEnd type="oval" w="med" len="med"/>
            </a:ln>
            <a:effectLst/>
          </p:spPr>
        </p:cxnSp>
        <p:cxnSp>
          <p:nvCxnSpPr>
            <p:cNvPr id="29" name="Straight Connector 28">
              <a:extLst>
                <a:ext uri="{FF2B5EF4-FFF2-40B4-BE49-F238E27FC236}">
                  <a16:creationId xmlns:a16="http://schemas.microsoft.com/office/drawing/2014/main" id="{17928F1F-EEA0-445F-81D5-50F05D45FECA}"/>
                </a:ext>
              </a:extLst>
            </p:cNvPr>
            <p:cNvCxnSpPr>
              <a:cxnSpLocks/>
            </p:cNvCxnSpPr>
            <p:nvPr/>
          </p:nvCxnSpPr>
          <p:spPr bwMode="auto">
            <a:xfrm>
              <a:off x="8360526" y="1881637"/>
              <a:ext cx="0" cy="1775312"/>
            </a:xfrm>
            <a:prstGeom prst="line">
              <a:avLst/>
            </a:prstGeom>
            <a:solidFill>
              <a:schemeClr val="accent1"/>
            </a:solidFill>
            <a:ln w="25400" cap="flat" cmpd="sng" algn="ctr">
              <a:solidFill>
                <a:schemeClr val="accent2">
                  <a:lumMod val="60000"/>
                  <a:lumOff val="40000"/>
                </a:schemeClr>
              </a:solidFill>
              <a:prstDash val="sysDash"/>
              <a:miter lim="800000"/>
              <a:headEnd type="none" w="med" len="med"/>
              <a:tailEnd type="oval" w="med" len="med"/>
            </a:ln>
            <a:effectLst/>
          </p:spPr>
        </p:cxnSp>
      </p:grpSp>
    </p:spTree>
    <p:extLst>
      <p:ext uri="{BB962C8B-B14F-4D97-AF65-F5344CB8AC3E}">
        <p14:creationId xmlns:p14="http://schemas.microsoft.com/office/powerpoint/2010/main" val="3073351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09BADFD5-40CE-45DD-943A-16BD2649B6F6}"/>
              </a:ext>
            </a:extLst>
          </p:cNvPr>
          <p:cNvPicPr>
            <a:picLocks noChangeAspect="1"/>
          </p:cNvPicPr>
          <p:nvPr/>
        </p:nvPicPr>
        <p:blipFill>
          <a:blip r:embed="rId3"/>
          <a:stretch>
            <a:fillRect/>
          </a:stretch>
        </p:blipFill>
        <p:spPr>
          <a:xfrm>
            <a:off x="2728749" y="1176092"/>
            <a:ext cx="1949808" cy="1095544"/>
          </a:xfrm>
          <a:prstGeom prst="rect">
            <a:avLst/>
          </a:prstGeom>
        </p:spPr>
      </p:pic>
      <p:sp>
        <p:nvSpPr>
          <p:cNvPr id="4" name="Title 3"/>
          <p:cNvSpPr>
            <a:spLocks noGrp="1"/>
          </p:cNvSpPr>
          <p:nvPr>
            <p:ph type="title"/>
          </p:nvPr>
        </p:nvSpPr>
        <p:spPr>
          <a:xfrm>
            <a:off x="242641" y="448253"/>
            <a:ext cx="10515600" cy="667109"/>
          </a:xfrm>
        </p:spPr>
        <p:txBody>
          <a:bodyPr/>
          <a:lstStyle/>
          <a:p>
            <a:r>
              <a:rPr lang="en-US" sz="3600" b="1" dirty="0"/>
              <a:t>Key Program Requirements</a:t>
            </a:r>
            <a:endParaRPr lang="en-US" sz="3600" b="1" dirty="0">
              <a:solidFill>
                <a:schemeClr val="accent2"/>
              </a:solidFill>
            </a:endParaRPr>
          </a:p>
        </p:txBody>
      </p:sp>
      <p:sp>
        <p:nvSpPr>
          <p:cNvPr id="5" name="Slide Number Placeholder 4"/>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19</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cxnSp>
        <p:nvCxnSpPr>
          <p:cNvPr id="14" name="Straight Connector 13"/>
          <p:cNvCxnSpPr/>
          <p:nvPr/>
        </p:nvCxnSpPr>
        <p:spPr>
          <a:xfrm flipV="1">
            <a:off x="242641" y="1163141"/>
            <a:ext cx="11315233" cy="2590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4443474-D2D7-485C-AC4F-A4A8B664CEEE}"/>
              </a:ext>
            </a:extLst>
          </p:cNvPr>
          <p:cNvSpPr txBox="1"/>
          <p:nvPr/>
        </p:nvSpPr>
        <p:spPr bwMode="auto">
          <a:xfrm>
            <a:off x="638175" y="1678323"/>
            <a:ext cx="2495550" cy="4062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000000"/>
                </a:solidFill>
                <a:effectLst/>
                <a:uLnTx/>
                <a:uFillTx/>
                <a:latin typeface="Segoe UI"/>
                <a:ea typeface="+mn-ea"/>
                <a:cs typeface="+mn-cs"/>
              </a:rPr>
              <a:t>Certification</a:t>
            </a:r>
          </a:p>
        </p:txBody>
      </p:sp>
      <p:cxnSp>
        <p:nvCxnSpPr>
          <p:cNvPr id="21" name="Straight Connector 20">
            <a:extLst>
              <a:ext uri="{FF2B5EF4-FFF2-40B4-BE49-F238E27FC236}">
                <a16:creationId xmlns:a16="http://schemas.microsoft.com/office/drawing/2014/main" id="{2D861710-8008-46FA-84BC-AECA5A11FC6D}"/>
              </a:ext>
            </a:extLst>
          </p:cNvPr>
          <p:cNvCxnSpPr/>
          <p:nvPr/>
        </p:nvCxnSpPr>
        <p:spPr bwMode="auto">
          <a:xfrm>
            <a:off x="638175" y="2084588"/>
            <a:ext cx="2657475" cy="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22" name="TextBox 21">
            <a:extLst>
              <a:ext uri="{FF2B5EF4-FFF2-40B4-BE49-F238E27FC236}">
                <a16:creationId xmlns:a16="http://schemas.microsoft.com/office/drawing/2014/main" id="{9789F20A-5CD0-4E73-9CF9-4126F3AC39EA}"/>
              </a:ext>
            </a:extLst>
          </p:cNvPr>
          <p:cNvSpPr txBox="1"/>
          <p:nvPr/>
        </p:nvSpPr>
        <p:spPr bwMode="auto">
          <a:xfrm>
            <a:off x="638174" y="2168724"/>
            <a:ext cx="4381500" cy="1268039"/>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DMWBE proof of certification for proposed certified subcontractors and suppliers are due at submittal of Subcontractor Plan</a:t>
            </a:r>
          </a:p>
        </p:txBody>
      </p:sp>
      <p:sp>
        <p:nvSpPr>
          <p:cNvPr id="24" name="TextBox 23">
            <a:extLst>
              <a:ext uri="{FF2B5EF4-FFF2-40B4-BE49-F238E27FC236}">
                <a16:creationId xmlns:a16="http://schemas.microsoft.com/office/drawing/2014/main" id="{AD06E36F-44D4-43FD-ACDD-240C5A463A0F}"/>
              </a:ext>
            </a:extLst>
          </p:cNvPr>
          <p:cNvSpPr txBox="1"/>
          <p:nvPr/>
        </p:nvSpPr>
        <p:spPr bwMode="auto">
          <a:xfrm>
            <a:off x="638176" y="3907629"/>
            <a:ext cx="2308217" cy="8653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0070C0"/>
                </a:solidFill>
                <a:effectLst/>
                <a:uLnTx/>
                <a:uFillTx/>
                <a:latin typeface="Segoe UI"/>
                <a:ea typeface="+mn-ea"/>
                <a:cs typeface="+mn-cs"/>
              </a:rPr>
              <a:t>Good Faith </a:t>
            </a:r>
          </a:p>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0070C0"/>
                </a:solidFill>
                <a:effectLst/>
                <a:uLnTx/>
                <a:uFillTx/>
                <a:latin typeface="Segoe UI"/>
                <a:ea typeface="+mn-ea"/>
                <a:cs typeface="+mn-cs"/>
              </a:rPr>
              <a:t>Efforts</a:t>
            </a:r>
          </a:p>
        </p:txBody>
      </p:sp>
      <p:cxnSp>
        <p:nvCxnSpPr>
          <p:cNvPr id="25" name="Straight Connector 24">
            <a:extLst>
              <a:ext uri="{FF2B5EF4-FFF2-40B4-BE49-F238E27FC236}">
                <a16:creationId xmlns:a16="http://schemas.microsoft.com/office/drawing/2014/main" id="{2A77FB76-F236-49B4-8264-CA5BFA8C4FAC}"/>
              </a:ext>
            </a:extLst>
          </p:cNvPr>
          <p:cNvCxnSpPr>
            <a:cxnSpLocks/>
          </p:cNvCxnSpPr>
          <p:nvPr/>
        </p:nvCxnSpPr>
        <p:spPr bwMode="auto">
          <a:xfrm>
            <a:off x="557213" y="4772994"/>
            <a:ext cx="2457987" cy="0"/>
          </a:xfrm>
          <a:prstGeom prst="line">
            <a:avLst/>
          </a:prstGeom>
          <a:solidFill>
            <a:schemeClr val="accent1"/>
          </a:solidFill>
          <a:ln w="9525" cap="flat" cmpd="sng" algn="ctr">
            <a:solidFill>
              <a:srgbClr val="0070C0"/>
            </a:solidFill>
            <a:prstDash val="solid"/>
            <a:miter lim="800000"/>
            <a:headEnd type="none" w="med" len="med"/>
            <a:tailEnd type="none" w="med" len="med"/>
          </a:ln>
          <a:effectLst/>
        </p:spPr>
      </p:cxnSp>
      <p:sp>
        <p:nvSpPr>
          <p:cNvPr id="26" name="TextBox 25">
            <a:extLst>
              <a:ext uri="{FF2B5EF4-FFF2-40B4-BE49-F238E27FC236}">
                <a16:creationId xmlns:a16="http://schemas.microsoft.com/office/drawing/2014/main" id="{5ADE9934-FF85-49A4-A462-5B11BCE76D05}"/>
              </a:ext>
            </a:extLst>
          </p:cNvPr>
          <p:cNvSpPr txBox="1"/>
          <p:nvPr/>
        </p:nvSpPr>
        <p:spPr bwMode="auto">
          <a:xfrm>
            <a:off x="580981" y="4853434"/>
            <a:ext cx="4495886" cy="652486"/>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Stringent documentation requirements due at submittal of Subcontractor Plan</a:t>
            </a:r>
          </a:p>
        </p:txBody>
      </p:sp>
      <p:sp>
        <p:nvSpPr>
          <p:cNvPr id="27" name="TextBox 26">
            <a:extLst>
              <a:ext uri="{FF2B5EF4-FFF2-40B4-BE49-F238E27FC236}">
                <a16:creationId xmlns:a16="http://schemas.microsoft.com/office/drawing/2014/main" id="{0DE394EA-B66F-495F-A964-26A644EF172C}"/>
              </a:ext>
            </a:extLst>
          </p:cNvPr>
          <p:cNvSpPr txBox="1"/>
          <p:nvPr/>
        </p:nvSpPr>
        <p:spPr bwMode="auto">
          <a:xfrm>
            <a:off x="6258006" y="1357712"/>
            <a:ext cx="2495549" cy="775597"/>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0070C0"/>
                </a:solidFill>
                <a:effectLst/>
                <a:uLnTx/>
                <a:uFillTx/>
                <a:latin typeface="Segoe UI"/>
                <a:ea typeface="+mn-ea"/>
                <a:cs typeface="+mn-cs"/>
              </a:rPr>
              <a:t>Contract-Specific Goals</a:t>
            </a:r>
          </a:p>
        </p:txBody>
      </p:sp>
      <p:sp>
        <p:nvSpPr>
          <p:cNvPr id="28" name="TextBox 27">
            <a:extLst>
              <a:ext uri="{FF2B5EF4-FFF2-40B4-BE49-F238E27FC236}">
                <a16:creationId xmlns:a16="http://schemas.microsoft.com/office/drawing/2014/main" id="{D62E6FB2-D549-46ED-A290-EDB4AF9E04B3}"/>
              </a:ext>
            </a:extLst>
          </p:cNvPr>
          <p:cNvSpPr txBox="1"/>
          <p:nvPr/>
        </p:nvSpPr>
        <p:spPr bwMode="auto">
          <a:xfrm>
            <a:off x="6258005" y="2173306"/>
            <a:ext cx="5679528" cy="960263"/>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A percentage of the contract value to be performed by D/M/WBEs. Prime self-performance DOES not count towards goal.</a:t>
            </a:r>
          </a:p>
        </p:txBody>
      </p:sp>
      <p:cxnSp>
        <p:nvCxnSpPr>
          <p:cNvPr id="29" name="Straight Connector 28">
            <a:extLst>
              <a:ext uri="{FF2B5EF4-FFF2-40B4-BE49-F238E27FC236}">
                <a16:creationId xmlns:a16="http://schemas.microsoft.com/office/drawing/2014/main" id="{B0863EF7-2D40-40DF-9FCA-5197884B47EE}"/>
              </a:ext>
            </a:extLst>
          </p:cNvPr>
          <p:cNvCxnSpPr/>
          <p:nvPr/>
        </p:nvCxnSpPr>
        <p:spPr bwMode="auto">
          <a:xfrm>
            <a:off x="6258005" y="2131745"/>
            <a:ext cx="2657475" cy="0"/>
          </a:xfrm>
          <a:prstGeom prst="line">
            <a:avLst/>
          </a:prstGeom>
          <a:solidFill>
            <a:schemeClr val="accent1"/>
          </a:solidFill>
          <a:ln w="9525" cap="flat" cmpd="sng" algn="ctr">
            <a:solidFill>
              <a:srgbClr val="0070C0"/>
            </a:solidFill>
            <a:prstDash val="solid"/>
            <a:miter lim="800000"/>
            <a:headEnd type="none" w="med" len="med"/>
            <a:tailEnd type="none" w="med" len="med"/>
          </a:ln>
          <a:effectLst/>
        </p:spPr>
      </p:cxnSp>
      <p:sp>
        <p:nvSpPr>
          <p:cNvPr id="30" name="TextBox 29">
            <a:extLst>
              <a:ext uri="{FF2B5EF4-FFF2-40B4-BE49-F238E27FC236}">
                <a16:creationId xmlns:a16="http://schemas.microsoft.com/office/drawing/2014/main" id="{B011D813-1207-453B-80AB-FC8D4BDDBC68}"/>
              </a:ext>
            </a:extLst>
          </p:cNvPr>
          <p:cNvSpPr txBox="1"/>
          <p:nvPr/>
        </p:nvSpPr>
        <p:spPr bwMode="auto">
          <a:xfrm>
            <a:off x="6258006" y="4338810"/>
            <a:ext cx="2495550" cy="4062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000000"/>
                </a:solidFill>
                <a:effectLst/>
                <a:uLnTx/>
                <a:uFillTx/>
                <a:latin typeface="Segoe UI"/>
                <a:ea typeface="+mn-ea"/>
                <a:cs typeface="+mn-cs"/>
              </a:rPr>
              <a:t>Reporting</a:t>
            </a:r>
          </a:p>
        </p:txBody>
      </p:sp>
      <p:cxnSp>
        <p:nvCxnSpPr>
          <p:cNvPr id="31" name="Straight Connector 30">
            <a:extLst>
              <a:ext uri="{FF2B5EF4-FFF2-40B4-BE49-F238E27FC236}">
                <a16:creationId xmlns:a16="http://schemas.microsoft.com/office/drawing/2014/main" id="{03E95A9F-2398-48D8-92BF-3354FC95B6CD}"/>
              </a:ext>
            </a:extLst>
          </p:cNvPr>
          <p:cNvCxnSpPr/>
          <p:nvPr/>
        </p:nvCxnSpPr>
        <p:spPr bwMode="auto">
          <a:xfrm>
            <a:off x="6258006" y="4745075"/>
            <a:ext cx="2657475" cy="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32" name="TextBox 31">
            <a:extLst>
              <a:ext uri="{FF2B5EF4-FFF2-40B4-BE49-F238E27FC236}">
                <a16:creationId xmlns:a16="http://schemas.microsoft.com/office/drawing/2014/main" id="{BF0A17DE-0BDF-44E6-8321-95C2B6833370}"/>
              </a:ext>
            </a:extLst>
          </p:cNvPr>
          <p:cNvSpPr txBox="1"/>
          <p:nvPr/>
        </p:nvSpPr>
        <p:spPr bwMode="auto">
          <a:xfrm>
            <a:off x="6258006" y="4807733"/>
            <a:ext cx="5459681" cy="960263"/>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Payments to D/M/WBEs are reported monthly by the 15</a:t>
            </a:r>
            <a:r>
              <a:rPr kumimoji="0" lang="en-US" sz="2000" b="0" i="0" u="none" strike="noStrike" kern="0" cap="none" spc="0" normalizeH="0" baseline="30000" noProof="0" dirty="0">
                <a:ln>
                  <a:noFill/>
                </a:ln>
                <a:solidFill>
                  <a:srgbClr val="000000"/>
                </a:solidFill>
                <a:effectLst/>
                <a:uLnTx/>
                <a:uFillTx/>
                <a:latin typeface="Segoe UI"/>
                <a:ea typeface="+mn-ea"/>
                <a:cs typeface="+mn-cs"/>
              </a:rPr>
              <a:t>th</a:t>
            </a:r>
            <a:r>
              <a:rPr kumimoji="0" lang="en-US" sz="2000" b="0" i="0" u="none" strike="noStrike" kern="0" cap="none" spc="0" normalizeH="0" baseline="0" noProof="0" dirty="0">
                <a:ln>
                  <a:noFill/>
                </a:ln>
                <a:solidFill>
                  <a:srgbClr val="000000"/>
                </a:solidFill>
                <a:effectLst/>
                <a:uLnTx/>
                <a:uFillTx/>
                <a:latin typeface="Segoe UI"/>
                <a:ea typeface="+mn-ea"/>
                <a:cs typeface="+mn-cs"/>
              </a:rPr>
              <a:t> of following month in electronic diversity system</a:t>
            </a:r>
          </a:p>
        </p:txBody>
      </p:sp>
      <p:pic>
        <p:nvPicPr>
          <p:cNvPr id="7" name="Picture 6">
            <a:extLst>
              <a:ext uri="{FF2B5EF4-FFF2-40B4-BE49-F238E27FC236}">
                <a16:creationId xmlns:a16="http://schemas.microsoft.com/office/drawing/2014/main" id="{FD1C0B1C-EE47-4386-9A57-066F31E6F354}"/>
              </a:ext>
            </a:extLst>
          </p:cNvPr>
          <p:cNvPicPr>
            <a:picLocks noChangeAspect="1"/>
          </p:cNvPicPr>
          <p:nvPr/>
        </p:nvPicPr>
        <p:blipFill>
          <a:blip r:embed="rId4"/>
          <a:stretch>
            <a:fillRect/>
          </a:stretch>
        </p:blipFill>
        <p:spPr>
          <a:xfrm>
            <a:off x="3201804" y="3946365"/>
            <a:ext cx="866850" cy="866850"/>
          </a:xfrm>
          <a:prstGeom prst="rect">
            <a:avLst/>
          </a:prstGeom>
        </p:spPr>
      </p:pic>
      <p:pic>
        <p:nvPicPr>
          <p:cNvPr id="8" name="Picture 7">
            <a:extLst>
              <a:ext uri="{FF2B5EF4-FFF2-40B4-BE49-F238E27FC236}">
                <a16:creationId xmlns:a16="http://schemas.microsoft.com/office/drawing/2014/main" id="{BBFA86EB-3C67-43DC-9A06-090E3C43F54A}"/>
              </a:ext>
            </a:extLst>
          </p:cNvPr>
          <p:cNvPicPr>
            <a:picLocks noChangeAspect="1"/>
          </p:cNvPicPr>
          <p:nvPr/>
        </p:nvPicPr>
        <p:blipFill>
          <a:blip r:embed="rId5"/>
          <a:stretch>
            <a:fillRect/>
          </a:stretch>
        </p:blipFill>
        <p:spPr>
          <a:xfrm>
            <a:off x="9176377" y="1328044"/>
            <a:ext cx="779877" cy="779877"/>
          </a:xfrm>
          <a:prstGeom prst="rect">
            <a:avLst/>
          </a:prstGeom>
        </p:spPr>
      </p:pic>
      <p:pic>
        <p:nvPicPr>
          <p:cNvPr id="9" name="Picture 8">
            <a:extLst>
              <a:ext uri="{FF2B5EF4-FFF2-40B4-BE49-F238E27FC236}">
                <a16:creationId xmlns:a16="http://schemas.microsoft.com/office/drawing/2014/main" id="{C3930A16-3EC8-4F52-8F14-94A8D1E3D5B3}"/>
              </a:ext>
            </a:extLst>
          </p:cNvPr>
          <p:cNvPicPr>
            <a:picLocks noChangeAspect="1"/>
          </p:cNvPicPr>
          <p:nvPr/>
        </p:nvPicPr>
        <p:blipFill>
          <a:blip r:embed="rId6">
            <a:biLevel thresh="75000"/>
          </a:blip>
          <a:stretch>
            <a:fillRect/>
          </a:stretch>
        </p:blipFill>
        <p:spPr>
          <a:xfrm>
            <a:off x="9176377" y="3875023"/>
            <a:ext cx="866851" cy="866851"/>
          </a:xfrm>
          <a:prstGeom prst="rect">
            <a:avLst/>
          </a:prstGeom>
        </p:spPr>
      </p:pic>
    </p:spTree>
    <p:extLst>
      <p:ext uri="{BB962C8B-B14F-4D97-AF65-F5344CB8AC3E}">
        <p14:creationId xmlns:p14="http://schemas.microsoft.com/office/powerpoint/2010/main" val="359013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207" y="28047"/>
            <a:ext cx="11570994" cy="831851"/>
          </a:xfrm>
        </p:spPr>
        <p:txBody>
          <a:bodyPr/>
          <a:lstStyle/>
          <a:p>
            <a:r>
              <a:rPr lang="en-US" sz="3600" b="1" dirty="0"/>
              <a:t>Recognized Certification Agencies</a:t>
            </a:r>
            <a:endParaRPr lang="en-US" sz="3600" b="1" dirty="0">
              <a:solidFill>
                <a:schemeClr val="accent2"/>
              </a:solidFill>
            </a:endParaRPr>
          </a:p>
        </p:txBody>
      </p:sp>
      <p:pic>
        <p:nvPicPr>
          <p:cNvPr id="4" name="Content Placeholder 3"/>
          <p:cNvPicPr>
            <a:picLocks noGrp="1" noChangeAspect="1"/>
          </p:cNvPicPr>
          <p:nvPr>
            <p:ph idx="4294967295"/>
          </p:nvPr>
        </p:nvPicPr>
        <p:blipFill>
          <a:blip r:embed="rId3"/>
          <a:stretch>
            <a:fillRect/>
          </a:stretch>
        </p:blipFill>
        <p:spPr>
          <a:xfrm>
            <a:off x="4450732" y="1498982"/>
            <a:ext cx="1974335" cy="790556"/>
          </a:xfrm>
          <a:prstGeom prst="rect">
            <a:avLst/>
          </a:prstGeom>
        </p:spPr>
      </p:pic>
      <p:pic>
        <p:nvPicPr>
          <p:cNvPr id="7" name="Picture 6"/>
          <p:cNvPicPr>
            <a:picLocks noChangeAspect="1"/>
          </p:cNvPicPr>
          <p:nvPr/>
        </p:nvPicPr>
        <p:blipFill>
          <a:blip r:embed="rId4"/>
          <a:stretch>
            <a:fillRect/>
          </a:stretch>
        </p:blipFill>
        <p:spPr>
          <a:xfrm>
            <a:off x="2267945" y="1568774"/>
            <a:ext cx="1488965" cy="721339"/>
          </a:xfrm>
          <a:prstGeom prst="rect">
            <a:avLst/>
          </a:prstGeom>
        </p:spPr>
      </p:pic>
      <p:pic>
        <p:nvPicPr>
          <p:cNvPr id="8" name="Picture 7"/>
          <p:cNvPicPr>
            <a:picLocks noChangeAspect="1"/>
          </p:cNvPicPr>
          <p:nvPr/>
        </p:nvPicPr>
        <p:blipFill>
          <a:blip r:embed="rId5"/>
          <a:stretch>
            <a:fillRect/>
          </a:stretch>
        </p:blipFill>
        <p:spPr>
          <a:xfrm>
            <a:off x="1714019" y="3577374"/>
            <a:ext cx="1298409" cy="873068"/>
          </a:xfrm>
          <a:prstGeom prst="rect">
            <a:avLst/>
          </a:prstGeom>
        </p:spPr>
      </p:pic>
      <p:pic>
        <p:nvPicPr>
          <p:cNvPr id="11" name="Picture 10"/>
          <p:cNvPicPr>
            <a:picLocks noChangeAspect="1"/>
          </p:cNvPicPr>
          <p:nvPr/>
        </p:nvPicPr>
        <p:blipFill>
          <a:blip r:embed="rId6"/>
          <a:stretch>
            <a:fillRect/>
          </a:stretch>
        </p:blipFill>
        <p:spPr>
          <a:xfrm>
            <a:off x="274536" y="3620734"/>
            <a:ext cx="1086735" cy="987941"/>
          </a:xfrm>
          <a:prstGeom prst="rect">
            <a:avLst/>
          </a:prstGeom>
        </p:spPr>
      </p:pic>
      <p:pic>
        <p:nvPicPr>
          <p:cNvPr id="13" name="Picture 12"/>
          <p:cNvPicPr>
            <a:picLocks noChangeAspect="1"/>
          </p:cNvPicPr>
          <p:nvPr/>
        </p:nvPicPr>
        <p:blipFill>
          <a:blip r:embed="rId7"/>
          <a:stretch>
            <a:fillRect/>
          </a:stretch>
        </p:blipFill>
        <p:spPr>
          <a:xfrm>
            <a:off x="3512869" y="3557731"/>
            <a:ext cx="984169" cy="1008291"/>
          </a:xfrm>
          <a:prstGeom prst="rect">
            <a:avLst/>
          </a:prstGeom>
        </p:spPr>
      </p:pic>
      <p:sp>
        <p:nvSpPr>
          <p:cNvPr id="3" name="Slide Number Placeholder 2"/>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20</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8" name="Picture 17"/>
          <p:cNvPicPr>
            <a:picLocks noChangeAspect="1"/>
          </p:cNvPicPr>
          <p:nvPr/>
        </p:nvPicPr>
        <p:blipFill>
          <a:blip r:embed="rId8"/>
          <a:stretch>
            <a:fillRect/>
          </a:stretch>
        </p:blipFill>
        <p:spPr>
          <a:xfrm>
            <a:off x="5149164" y="3634675"/>
            <a:ext cx="1009806" cy="931347"/>
          </a:xfrm>
          <a:prstGeom prst="ellipse">
            <a:avLst/>
          </a:prstGeom>
          <a:ln>
            <a:noFill/>
          </a:ln>
          <a:effectLst/>
        </p:spPr>
      </p:pic>
      <p:cxnSp>
        <p:nvCxnSpPr>
          <p:cNvPr id="14" name="Straight Connector 13"/>
          <p:cNvCxnSpPr/>
          <p:nvPr/>
        </p:nvCxnSpPr>
        <p:spPr>
          <a:xfrm flipV="1">
            <a:off x="364016" y="888834"/>
            <a:ext cx="11315233" cy="2590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8535594-B75F-4305-8C06-6A9C5BC45747}"/>
              </a:ext>
            </a:extLst>
          </p:cNvPr>
          <p:cNvSpPr txBox="1"/>
          <p:nvPr/>
        </p:nvSpPr>
        <p:spPr bwMode="auto">
          <a:xfrm>
            <a:off x="6812763" y="1018722"/>
            <a:ext cx="5237556" cy="646331"/>
          </a:xfrm>
          <a:prstGeom prst="rect">
            <a:avLst/>
          </a:prstGeom>
          <a:noFill/>
          <a:ln w="9525">
            <a:noFill/>
            <a:miter lim="800000"/>
            <a:headEnd/>
            <a:tailEnd/>
          </a:ln>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To gain access to D/M/</a:t>
            </a:r>
            <a:r>
              <a:rPr kumimoji="0" lang="en-US" sz="1800" b="0" i="0" u="none" strike="noStrike" kern="1200" cap="none" spc="0" normalizeH="0" baseline="0" noProof="0" dirty="0">
                <a:ln>
                  <a:noFill/>
                </a:ln>
                <a:solidFill>
                  <a:srgbClr val="000000"/>
                </a:solidFill>
                <a:effectLst/>
                <a:uLnTx/>
                <a:uFillTx/>
                <a:latin typeface="Segoe UI Semilight"/>
                <a:ea typeface="+mn-ea"/>
                <a:cs typeface="+mn-cs"/>
              </a:rPr>
              <a:t>WBE List (maintained by a third party): </a:t>
            </a:r>
            <a:r>
              <a:rPr kumimoji="0" lang="en-US" sz="1800" b="0" i="0" u="none" strike="noStrike" kern="1200" cap="none" spc="0" normalizeH="0" baseline="0" noProof="0" dirty="0">
                <a:ln>
                  <a:noFill/>
                </a:ln>
                <a:solidFill>
                  <a:srgbClr val="000000"/>
                </a:solidFill>
                <a:effectLst/>
                <a:uLnTx/>
                <a:uFillTx/>
                <a:latin typeface="Segoe UI Semilight"/>
                <a:ea typeface="+mn-ea"/>
                <a:cs typeface="+mn-cs"/>
                <a:hlinkClick r:id="rId9"/>
              </a:rPr>
              <a:t>https://ntta.diversitycompliance.com/</a:t>
            </a:r>
            <a:endParaRPr kumimoji="0" lang="en-US" sz="1800" b="0" i="0" u="none" strike="noStrike" kern="1200" cap="none" spc="0" normalizeH="0" baseline="0" noProof="0" dirty="0">
              <a:ln>
                <a:noFill/>
              </a:ln>
              <a:solidFill>
                <a:srgbClr val="000000"/>
              </a:solidFill>
              <a:effectLst/>
              <a:uLnTx/>
              <a:uFillTx/>
              <a:latin typeface="Segoe UI Semilight"/>
              <a:ea typeface="+mn-ea"/>
              <a:cs typeface="+mn-cs"/>
            </a:endParaRPr>
          </a:p>
        </p:txBody>
      </p:sp>
      <p:cxnSp>
        <p:nvCxnSpPr>
          <p:cNvPr id="16" name="Straight Connector 15">
            <a:extLst>
              <a:ext uri="{FF2B5EF4-FFF2-40B4-BE49-F238E27FC236}">
                <a16:creationId xmlns:a16="http://schemas.microsoft.com/office/drawing/2014/main" id="{088B9EFC-CD73-4446-8F07-8248D70F80D5}"/>
              </a:ext>
            </a:extLst>
          </p:cNvPr>
          <p:cNvCxnSpPr/>
          <p:nvPr/>
        </p:nvCxnSpPr>
        <p:spPr bwMode="auto">
          <a:xfrm>
            <a:off x="6618914" y="1211341"/>
            <a:ext cx="0" cy="4874003"/>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sp>
        <p:nvSpPr>
          <p:cNvPr id="17" name="TextBox 16">
            <a:extLst>
              <a:ext uri="{FF2B5EF4-FFF2-40B4-BE49-F238E27FC236}">
                <a16:creationId xmlns:a16="http://schemas.microsoft.com/office/drawing/2014/main" id="{7F61E397-6EB2-46E7-9D27-96C619298A3D}"/>
              </a:ext>
            </a:extLst>
          </p:cNvPr>
          <p:cNvSpPr txBox="1"/>
          <p:nvPr/>
        </p:nvSpPr>
        <p:spPr bwMode="auto">
          <a:xfrm>
            <a:off x="403264" y="1013835"/>
            <a:ext cx="4990245" cy="4062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000000"/>
                </a:solidFill>
                <a:effectLst/>
                <a:uLnTx/>
                <a:uFillTx/>
                <a:latin typeface="Calibri" pitchFamily="34" charset="0"/>
                <a:ea typeface="+mn-ea"/>
                <a:cs typeface="+mn-cs"/>
              </a:rPr>
              <a:t>MBE and WBE certifications</a:t>
            </a:r>
          </a:p>
        </p:txBody>
      </p:sp>
      <p:sp>
        <p:nvSpPr>
          <p:cNvPr id="21" name="TextBox 20">
            <a:extLst>
              <a:ext uri="{FF2B5EF4-FFF2-40B4-BE49-F238E27FC236}">
                <a16:creationId xmlns:a16="http://schemas.microsoft.com/office/drawing/2014/main" id="{C08C4E47-F669-4E4F-8348-898D7A1273B1}"/>
              </a:ext>
            </a:extLst>
          </p:cNvPr>
          <p:cNvSpPr txBox="1"/>
          <p:nvPr/>
        </p:nvSpPr>
        <p:spPr bwMode="auto">
          <a:xfrm>
            <a:off x="368850" y="2998989"/>
            <a:ext cx="4990245" cy="4062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000000"/>
                </a:solidFill>
                <a:effectLst/>
                <a:uLnTx/>
                <a:uFillTx/>
                <a:latin typeface="Calibri" pitchFamily="34" charset="0"/>
                <a:ea typeface="+mn-ea"/>
                <a:cs typeface="+mn-cs"/>
              </a:rPr>
              <a:t>DBE certification only</a:t>
            </a:r>
          </a:p>
        </p:txBody>
      </p:sp>
      <p:pic>
        <p:nvPicPr>
          <p:cNvPr id="23" name="Picture 22">
            <a:extLst>
              <a:ext uri="{FF2B5EF4-FFF2-40B4-BE49-F238E27FC236}">
                <a16:creationId xmlns:a16="http://schemas.microsoft.com/office/drawing/2014/main" id="{716261CD-0C8F-4264-8D4B-01885D3FCFEC}"/>
              </a:ext>
            </a:extLst>
          </p:cNvPr>
          <p:cNvPicPr>
            <a:picLocks noChangeAspect="1"/>
          </p:cNvPicPr>
          <p:nvPr/>
        </p:nvPicPr>
        <p:blipFill>
          <a:blip r:embed="rId10"/>
          <a:stretch>
            <a:fillRect/>
          </a:stretch>
        </p:blipFill>
        <p:spPr>
          <a:xfrm>
            <a:off x="4095792" y="4566022"/>
            <a:ext cx="1465396" cy="1465396"/>
          </a:xfrm>
          <a:prstGeom prst="rect">
            <a:avLst/>
          </a:prstGeom>
        </p:spPr>
      </p:pic>
      <p:pic>
        <p:nvPicPr>
          <p:cNvPr id="24" name="Picture 23">
            <a:extLst>
              <a:ext uri="{FF2B5EF4-FFF2-40B4-BE49-F238E27FC236}">
                <a16:creationId xmlns:a16="http://schemas.microsoft.com/office/drawing/2014/main" id="{331F787C-7FDD-42B9-98E8-998E64EF5C7F}"/>
              </a:ext>
            </a:extLst>
          </p:cNvPr>
          <p:cNvPicPr>
            <a:picLocks noChangeAspect="1"/>
          </p:cNvPicPr>
          <p:nvPr/>
        </p:nvPicPr>
        <p:blipFill>
          <a:blip r:embed="rId11"/>
          <a:stretch>
            <a:fillRect/>
          </a:stretch>
        </p:blipFill>
        <p:spPr>
          <a:xfrm>
            <a:off x="349678" y="5171791"/>
            <a:ext cx="1204277" cy="659769"/>
          </a:xfrm>
          <a:prstGeom prst="rect">
            <a:avLst/>
          </a:prstGeom>
        </p:spPr>
      </p:pic>
      <p:pic>
        <p:nvPicPr>
          <p:cNvPr id="25" name="Picture 24">
            <a:extLst>
              <a:ext uri="{FF2B5EF4-FFF2-40B4-BE49-F238E27FC236}">
                <a16:creationId xmlns:a16="http://schemas.microsoft.com/office/drawing/2014/main" id="{083572B1-3B13-4E14-9B35-EC98858C3F5B}"/>
              </a:ext>
            </a:extLst>
          </p:cNvPr>
          <p:cNvPicPr>
            <a:picLocks noChangeAspect="1"/>
          </p:cNvPicPr>
          <p:nvPr/>
        </p:nvPicPr>
        <p:blipFill>
          <a:blip r:embed="rId12"/>
          <a:stretch>
            <a:fillRect/>
          </a:stretch>
        </p:blipFill>
        <p:spPr>
          <a:xfrm>
            <a:off x="403264" y="1519200"/>
            <a:ext cx="1333060" cy="845705"/>
          </a:xfrm>
          <a:prstGeom prst="rect">
            <a:avLst/>
          </a:prstGeom>
        </p:spPr>
      </p:pic>
      <p:pic>
        <p:nvPicPr>
          <p:cNvPr id="26" name="Picture 25">
            <a:extLst>
              <a:ext uri="{FF2B5EF4-FFF2-40B4-BE49-F238E27FC236}">
                <a16:creationId xmlns:a16="http://schemas.microsoft.com/office/drawing/2014/main" id="{12A992D4-74C3-4355-B0FC-0894A2D71A7A}"/>
              </a:ext>
            </a:extLst>
          </p:cNvPr>
          <p:cNvPicPr>
            <a:picLocks noChangeAspect="1"/>
          </p:cNvPicPr>
          <p:nvPr/>
        </p:nvPicPr>
        <p:blipFill>
          <a:blip r:embed="rId13"/>
          <a:stretch>
            <a:fillRect/>
          </a:stretch>
        </p:blipFill>
        <p:spPr>
          <a:xfrm>
            <a:off x="2275775" y="4984143"/>
            <a:ext cx="1335140" cy="847417"/>
          </a:xfrm>
          <a:prstGeom prst="rect">
            <a:avLst/>
          </a:prstGeom>
        </p:spPr>
      </p:pic>
      <p:grpSp>
        <p:nvGrpSpPr>
          <p:cNvPr id="30" name="Group 29">
            <a:extLst>
              <a:ext uri="{FF2B5EF4-FFF2-40B4-BE49-F238E27FC236}">
                <a16:creationId xmlns:a16="http://schemas.microsoft.com/office/drawing/2014/main" id="{2B9D1703-DC3A-44BC-B0BC-A62B5D167994}"/>
              </a:ext>
            </a:extLst>
          </p:cNvPr>
          <p:cNvGrpSpPr/>
          <p:nvPr/>
        </p:nvGrpSpPr>
        <p:grpSpPr>
          <a:xfrm>
            <a:off x="6911516" y="4356923"/>
            <a:ext cx="5138805" cy="1883593"/>
            <a:chOff x="6924937" y="3834868"/>
            <a:chExt cx="5138805" cy="1883593"/>
          </a:xfrm>
        </p:grpSpPr>
        <p:sp>
          <p:nvSpPr>
            <p:cNvPr id="19" name="TextBox 18"/>
            <p:cNvSpPr txBox="1"/>
            <p:nvPr/>
          </p:nvSpPr>
          <p:spPr bwMode="auto">
            <a:xfrm>
              <a:off x="6924937" y="3834868"/>
              <a:ext cx="5138805" cy="1883593"/>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To request a list of available D/M/WBEs from Business Diversity: </a:t>
              </a:r>
            </a:p>
            <a:p>
              <a:pPr marL="0" marR="0" lvl="0" indent="0" algn="l" defTabSz="914400" rtl="0" eaLnBrk="1" fontAlgn="auto" latinLnBrk="0" hangingPunct="1">
                <a:lnSpc>
                  <a:spcPct val="100000"/>
                </a:lnSpc>
                <a:spcBef>
                  <a:spcPts val="0"/>
                </a:spcBef>
                <a:spcAft>
                  <a:spcPts val="0"/>
                </a:spcAft>
                <a:buClr>
                  <a:srgbClr val="FF8F27"/>
                </a:buClr>
                <a:buSzTx/>
                <a:buFontTx/>
                <a:buNone/>
                <a:tabLst/>
                <a:defRPr/>
              </a:pPr>
              <a:endParaRPr kumimoji="0" lang="en-US" sz="2000" b="0" i="0" u="sng" strike="noStrike" kern="1200" cap="none" spc="0" normalizeH="0" baseline="0" noProof="0" dirty="0">
                <a:ln>
                  <a:noFill/>
                </a:ln>
                <a:solidFill>
                  <a:srgbClr val="0000FF"/>
                </a:solidFill>
                <a:effectLst/>
                <a:uLnTx/>
                <a:uFillTx/>
                <a:latin typeface="Segoe UI Semilight"/>
                <a:ea typeface="+mn-ea"/>
                <a:cs typeface="+mn-cs"/>
                <a:hlinkClick r:id="rId14"/>
              </a:endParaRPr>
            </a:p>
            <a:p>
              <a:pPr marL="801688" marR="0" lvl="0" indent="0" algn="l" defTabSz="914400" rtl="0" eaLnBrk="1" fontAlgn="auto" latinLnBrk="0" hangingPunct="1">
                <a:lnSpc>
                  <a:spcPct val="100000"/>
                </a:lnSpc>
                <a:spcBef>
                  <a:spcPts val="0"/>
                </a:spcBef>
                <a:spcAft>
                  <a:spcPts val="0"/>
                </a:spcAft>
                <a:buClr>
                  <a:srgbClr val="FF8F27"/>
                </a:buClr>
                <a:buSzTx/>
                <a:buFontTx/>
                <a:buNone/>
                <a:tabLst/>
                <a:defRPr/>
              </a:pPr>
              <a:r>
                <a:rPr kumimoji="0" lang="en-US" sz="2000" b="0" i="0" u="sng" strike="noStrike" kern="1200" cap="none" spc="0" normalizeH="0" baseline="0" noProof="0" dirty="0">
                  <a:ln>
                    <a:noFill/>
                  </a:ln>
                  <a:solidFill>
                    <a:srgbClr val="0000FF"/>
                  </a:solidFill>
                  <a:effectLst/>
                  <a:uLnTx/>
                  <a:uFillTx/>
                  <a:latin typeface="Segoe UI Semilight"/>
                  <a:ea typeface="+mn-ea"/>
                  <a:cs typeface="+mn-cs"/>
                  <a:hlinkClick r:id="rId14"/>
                </a:rPr>
                <a:t>businessdiversity@ntta.org</a:t>
              </a:r>
              <a:endParaRPr kumimoji="0" lang="en-US" sz="2000" b="0" i="0" u="sng" strike="noStrike" kern="1200" cap="none" spc="0" normalizeH="0" baseline="0" noProof="0" dirty="0">
                <a:ln>
                  <a:noFill/>
                </a:ln>
                <a:solidFill>
                  <a:srgbClr val="0000FF"/>
                </a:solidFill>
                <a:effectLst/>
                <a:uLnTx/>
                <a:uFillTx/>
                <a:latin typeface="Segoe UI Semilight"/>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srgbClr val="0000FF"/>
                  </a:solidFill>
                  <a:effectLst/>
                  <a:uLnTx/>
                  <a:uFillTx/>
                  <a:latin typeface="Calibri" pitchFamily="34" charset="0"/>
                  <a:ea typeface="+mn-ea"/>
                  <a:cs typeface="+mn-cs"/>
                </a:rPr>
                <a:t>Include NAICS or NIGP codes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srgbClr val="0000FF"/>
                  </a:solidFill>
                  <a:effectLst/>
                  <a:uLnTx/>
                  <a:uFillTx/>
                  <a:latin typeface="Calibri" pitchFamily="34" charset="0"/>
                  <a:ea typeface="+mn-ea"/>
                  <a:cs typeface="+mn-cs"/>
                </a:rPr>
                <a:t>Scope description</a:t>
              </a:r>
              <a:endParaRPr kumimoji="0" lang="en-US" sz="2000" b="0" i="0" u="none" strike="noStrike" kern="0" cap="none" spc="0" normalizeH="0" baseline="0" noProof="0" dirty="0">
                <a:ln>
                  <a:noFill/>
                </a:ln>
                <a:solidFill>
                  <a:srgbClr val="000000"/>
                </a:solidFill>
                <a:effectLst/>
                <a:uLnTx/>
                <a:uFillTx/>
                <a:latin typeface="Calibri" pitchFamily="34" charset="0"/>
                <a:ea typeface="+mn-ea"/>
                <a:cs typeface="+mn-cs"/>
              </a:endParaRPr>
            </a:p>
          </p:txBody>
        </p:sp>
        <p:pic>
          <p:nvPicPr>
            <p:cNvPr id="27" name="Picture 26">
              <a:extLst>
                <a:ext uri="{FF2B5EF4-FFF2-40B4-BE49-F238E27FC236}">
                  <a16:creationId xmlns:a16="http://schemas.microsoft.com/office/drawing/2014/main" id="{5CDC306F-706B-48AB-AAFD-42D0025DE1FF}"/>
                </a:ext>
              </a:extLst>
            </p:cNvPr>
            <p:cNvPicPr>
              <a:picLocks noChangeAspect="1"/>
            </p:cNvPicPr>
            <p:nvPr/>
          </p:nvPicPr>
          <p:blipFill>
            <a:blip r:embed="rId15"/>
            <a:stretch>
              <a:fillRect/>
            </a:stretch>
          </p:blipFill>
          <p:spPr>
            <a:xfrm>
              <a:off x="7173356" y="4460208"/>
              <a:ext cx="377952" cy="372311"/>
            </a:xfrm>
            <a:prstGeom prst="rect">
              <a:avLst/>
            </a:prstGeom>
          </p:spPr>
        </p:pic>
      </p:grpSp>
      <p:pic>
        <p:nvPicPr>
          <p:cNvPr id="28" name="Picture 27">
            <a:extLst>
              <a:ext uri="{FF2B5EF4-FFF2-40B4-BE49-F238E27FC236}">
                <a16:creationId xmlns:a16="http://schemas.microsoft.com/office/drawing/2014/main" id="{52DAC25F-D493-48B4-B042-3A8F9A6F4A15}"/>
              </a:ext>
            </a:extLst>
          </p:cNvPr>
          <p:cNvPicPr>
            <a:picLocks noChangeAspect="1"/>
          </p:cNvPicPr>
          <p:nvPr/>
        </p:nvPicPr>
        <p:blipFill>
          <a:blip r:embed="rId16"/>
          <a:stretch>
            <a:fillRect/>
          </a:stretch>
        </p:blipFill>
        <p:spPr>
          <a:xfrm>
            <a:off x="6963470" y="1769040"/>
            <a:ext cx="4754213" cy="2255170"/>
          </a:xfrm>
          <a:prstGeom prst="rect">
            <a:avLst/>
          </a:prstGeom>
        </p:spPr>
      </p:pic>
    </p:spTree>
    <p:extLst>
      <p:ext uri="{BB962C8B-B14F-4D97-AF65-F5344CB8AC3E}">
        <p14:creationId xmlns:p14="http://schemas.microsoft.com/office/powerpoint/2010/main" val="595214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20E5B3-5F5F-4CE2-986B-E9467F116DE3}"/>
              </a:ext>
            </a:extLst>
          </p:cNvPr>
          <p:cNvSpPr/>
          <p:nvPr/>
        </p:nvSpPr>
        <p:spPr bwMode="auto">
          <a:xfrm>
            <a:off x="931025" y="1481787"/>
            <a:ext cx="427992" cy="4104871"/>
          </a:xfrm>
          <a:prstGeom prst="rect">
            <a:avLst/>
          </a:prstGeom>
          <a:solidFill>
            <a:schemeClr val="bg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 name="Slide Number Placeholder 1"/>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21</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sp>
        <p:nvSpPr>
          <p:cNvPr id="4" name="Title 3"/>
          <p:cNvSpPr>
            <a:spLocks noGrp="1"/>
          </p:cNvSpPr>
          <p:nvPr>
            <p:ph type="title"/>
          </p:nvPr>
        </p:nvSpPr>
        <p:spPr>
          <a:xfrm>
            <a:off x="314516" y="36989"/>
            <a:ext cx="7535324" cy="831851"/>
          </a:xfrm>
        </p:spPr>
        <p:txBody>
          <a:bodyPr/>
          <a:lstStyle/>
          <a:p>
            <a:r>
              <a:rPr lang="en-US" sz="3600" b="1" dirty="0"/>
              <a:t>Supplier Participation Options</a:t>
            </a:r>
            <a:endParaRPr lang="en-US" sz="3600" b="1" dirty="0">
              <a:solidFill>
                <a:srgbClr val="FF0000"/>
              </a:solidFill>
            </a:endParaRPr>
          </a:p>
        </p:txBody>
      </p:sp>
      <p:cxnSp>
        <p:nvCxnSpPr>
          <p:cNvPr id="5" name="Straight Connector 4"/>
          <p:cNvCxnSpPr/>
          <p:nvPr/>
        </p:nvCxnSpPr>
        <p:spPr>
          <a:xfrm>
            <a:off x="298133" y="935896"/>
            <a:ext cx="11419554" cy="20444"/>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Subtitle 2"/>
          <p:cNvSpPr txBox="1">
            <a:spLocks/>
          </p:cNvSpPr>
          <p:nvPr/>
        </p:nvSpPr>
        <p:spPr>
          <a:xfrm>
            <a:off x="537763" y="959941"/>
            <a:ext cx="11419554" cy="5963171"/>
          </a:xfrm>
          <a:prstGeom prst="rect">
            <a:avLst/>
          </a:prstGeom>
        </p:spPr>
        <p:txBody>
          <a:bodyPr wrap="square">
            <a:spAutoFit/>
          </a:bodyPr>
          <a:lstStyle>
            <a:lvl1pPr algn="l" rtl="0" eaLnBrk="1" fontAlgn="base" hangingPunct="1">
              <a:lnSpc>
                <a:spcPct val="100000"/>
              </a:lnSpc>
              <a:spcBef>
                <a:spcPts val="225"/>
              </a:spcBef>
              <a:spcAft>
                <a:spcPts val="300"/>
              </a:spcAft>
              <a:buClr>
                <a:schemeClr val="accent5">
                  <a:lumMod val="50000"/>
                </a:schemeClr>
              </a:buClr>
              <a:buFont typeface="Webdings" pitchFamily="18" charset="2"/>
              <a:buNone/>
              <a:defRPr lang="en-US" sz="1400" dirty="0" smtClean="0">
                <a:solidFill>
                  <a:schemeClr val="tx2">
                    <a:lumMod val="75000"/>
                    <a:lumOff val="25000"/>
                  </a:schemeClr>
                </a:solidFill>
                <a:latin typeface="+mn-lt"/>
                <a:ea typeface="+mn-ea"/>
                <a:cs typeface="Arial" pitchFamily="34" charset="0"/>
              </a:defRPr>
            </a:lvl1pPr>
            <a:lvl2pPr marL="170256" indent="-169065" algn="l" rtl="0" eaLnBrk="1" fontAlgn="base" hangingPunct="1">
              <a:lnSpc>
                <a:spcPct val="100000"/>
              </a:lnSpc>
              <a:spcBef>
                <a:spcPts val="225"/>
              </a:spcBef>
              <a:spcAft>
                <a:spcPts val="300"/>
              </a:spcAft>
              <a:buClr>
                <a:schemeClr val="accent1"/>
              </a:buClr>
              <a:buSzPct val="101000"/>
              <a:buFont typeface="Arial" panose="020B0604020202020204" pitchFamily="34" charset="0"/>
              <a:buChar char="•"/>
              <a:defRPr lang="en-US" sz="1400" dirty="0" smtClean="0">
                <a:solidFill>
                  <a:schemeClr val="tx2">
                    <a:lumMod val="75000"/>
                    <a:lumOff val="25000"/>
                  </a:schemeClr>
                </a:solidFill>
                <a:latin typeface="+mn-lt"/>
                <a:cs typeface="Arial" pitchFamily="34" charset="0"/>
              </a:defRPr>
            </a:lvl2pPr>
            <a:lvl3pPr marL="346463" indent="-176209" algn="l" rtl="0" eaLnBrk="1" fontAlgn="base" hangingPunct="1">
              <a:lnSpc>
                <a:spcPct val="100000"/>
              </a:lnSpc>
              <a:spcBef>
                <a:spcPts val="225"/>
              </a:spcBef>
              <a:spcAft>
                <a:spcPts val="300"/>
              </a:spcAft>
              <a:buClr>
                <a:schemeClr val="accent1"/>
              </a:buClr>
              <a:buSzPct val="80000"/>
              <a:buFont typeface="Arial" pitchFamily="34" charset="0"/>
              <a:buChar char="–"/>
              <a:defRPr lang="en-US" sz="1200" dirty="0" smtClean="0">
                <a:solidFill>
                  <a:schemeClr val="tx2">
                    <a:lumMod val="75000"/>
                    <a:lumOff val="25000"/>
                  </a:schemeClr>
                </a:solidFill>
                <a:latin typeface="+mn-lt"/>
                <a:cs typeface="Arial" pitchFamily="34" charset="0"/>
              </a:defRPr>
            </a:lvl3pPr>
            <a:lvl4pPr marL="515528" indent="-169065" algn="l" rtl="0" eaLnBrk="1" fontAlgn="base" hangingPunct="1">
              <a:lnSpc>
                <a:spcPct val="100000"/>
              </a:lnSpc>
              <a:spcBef>
                <a:spcPts val="225"/>
              </a:spcBef>
              <a:spcAft>
                <a:spcPts val="300"/>
              </a:spcAft>
              <a:buClr>
                <a:schemeClr val="accent1"/>
              </a:buClr>
              <a:buSzPct val="80000"/>
              <a:buFont typeface="Arial" pitchFamily="34" charset="0"/>
              <a:buChar char="•"/>
              <a:defRPr lang="en-US" sz="1100" dirty="0" smtClean="0">
                <a:solidFill>
                  <a:schemeClr val="tx2">
                    <a:lumMod val="75000"/>
                    <a:lumOff val="25000"/>
                  </a:schemeClr>
                </a:solidFill>
                <a:latin typeface="+mn-lt"/>
                <a:cs typeface="Arial" pitchFamily="34" charset="0"/>
              </a:defRPr>
            </a:lvl4pPr>
            <a:lvl5pPr marL="685783" indent="-170256" algn="l" rtl="0" eaLnBrk="1" fontAlgn="base" hangingPunct="1">
              <a:lnSpc>
                <a:spcPct val="100000"/>
              </a:lnSpc>
              <a:spcBef>
                <a:spcPts val="225"/>
              </a:spcBef>
              <a:spcAft>
                <a:spcPts val="300"/>
              </a:spcAft>
              <a:buClr>
                <a:schemeClr val="accent1"/>
              </a:buClr>
              <a:buSzPct val="60000"/>
              <a:buFont typeface="Arial" pitchFamily="34" charset="0"/>
              <a:buChar char="–"/>
              <a:defRPr lang="en-US" sz="900" dirty="0" smtClean="0">
                <a:solidFill>
                  <a:schemeClr val="tx2">
                    <a:lumMod val="75000"/>
                    <a:lumOff val="25000"/>
                  </a:schemeClr>
                </a:solidFill>
                <a:latin typeface="+mn-lt"/>
                <a:cs typeface="Arial" pitchFamily="34" charset="0"/>
              </a:defRPr>
            </a:lvl5pPr>
            <a:lvl6pPr marL="1584683"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6pPr>
            <a:lvl7pPr marL="1927574"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7pPr>
            <a:lvl8pPr marL="2270465"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8pPr>
            <a:lvl9pPr marL="2613357" indent="-298840" algn="l" rtl="0" eaLnBrk="1" fontAlgn="base" hangingPunct="1">
              <a:spcBef>
                <a:spcPct val="20000"/>
              </a:spcBef>
              <a:spcAft>
                <a:spcPct val="0"/>
              </a:spcAft>
              <a:buClr>
                <a:srgbClr val="000000"/>
              </a:buClr>
              <a:buFont typeface="Symbol" pitchFamily="18" charset="2"/>
              <a:buChar char="-"/>
              <a:defRPr>
                <a:solidFill>
                  <a:srgbClr val="000000"/>
                </a:solidFill>
                <a:latin typeface="+mn-lt"/>
              </a:defRPr>
            </a:lvl9pPr>
          </a:lstStyle>
          <a:p>
            <a:pPr marL="342900" marR="0" lvl="0" indent="-342900" algn="just" defTabSz="914400" rtl="0" eaLnBrk="1" fontAlgn="base" latinLnBrk="0" hangingPunct="1">
              <a:lnSpc>
                <a:spcPct val="100000"/>
              </a:lnSpc>
              <a:spcBef>
                <a:spcPts val="225"/>
              </a:spcBef>
              <a:spcAft>
                <a:spcPts val="300"/>
              </a:spcAft>
              <a:buClr>
                <a:srgbClr val="0000FF"/>
              </a:buClr>
              <a:buSzTx/>
              <a:buFont typeface="Wingdings" panose="05000000000000000000" pitchFamily="2" charset="2"/>
              <a:buChar char="v"/>
              <a:tabLst/>
              <a:defRPr/>
            </a:pPr>
            <a:r>
              <a:rPr kumimoji="0" lang="en-US" sz="2400" b="0" i="0" u="none" strike="noStrike" kern="1200" cap="all" spc="0" normalizeH="0" baseline="0" noProof="0" dirty="0">
                <a:ln>
                  <a:noFill/>
                </a:ln>
                <a:solidFill>
                  <a:srgbClr val="000000"/>
                </a:solidFill>
                <a:effectLst/>
                <a:uLnTx/>
                <a:uFillTx/>
                <a:latin typeface="Segoe UI"/>
                <a:ea typeface="+mn-ea"/>
                <a:cs typeface="Arial" pitchFamily="34" charset="0"/>
              </a:rPr>
              <a:t>Manufacturer</a:t>
            </a:r>
            <a:endParaRPr kumimoji="0" lang="en-US" sz="2400" b="0" i="0" u="none" strike="noStrike" kern="1200" cap="none" spc="0" normalizeH="0" baseline="0" noProof="0" dirty="0">
              <a:ln>
                <a:noFill/>
              </a:ln>
              <a:solidFill>
                <a:srgbClr val="000000"/>
              </a:solidFill>
              <a:effectLst/>
              <a:uLnTx/>
              <a:uFillTx/>
              <a:latin typeface="Segoe UI"/>
              <a:ea typeface="+mn-ea"/>
              <a:cs typeface="Arial" pitchFamily="34" charset="0"/>
            </a:endParaRPr>
          </a:p>
          <a:p>
            <a:pPr marL="339725" marR="0" lvl="0" indent="0" algn="just" defTabSz="914400" rtl="0" eaLnBrk="1" fontAlgn="base" latinLnBrk="0" hangingPunct="1">
              <a:lnSpc>
                <a:spcPct val="100000"/>
              </a:lnSpc>
              <a:spcBef>
                <a:spcPts val="0"/>
              </a:spcBef>
              <a:spcAft>
                <a:spcPts val="0"/>
              </a:spcAft>
              <a:buClr>
                <a:srgbClr val="0000FF"/>
              </a:buClr>
              <a:buSzTx/>
              <a:buFont typeface="Webdings" pitchFamily="18" charset="2"/>
              <a:buNone/>
              <a:tabLst/>
              <a:defRPr/>
            </a:pPr>
            <a:r>
              <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rPr>
              <a:t>If the materials or supplies are obtained from a D/M/WBE manufacturer, count </a:t>
            </a:r>
            <a:r>
              <a:rPr kumimoji="0" lang="en-US" sz="2000" b="1" i="0" u="none" strike="noStrike" kern="1200" cap="none" spc="0" normalizeH="0" baseline="0" noProof="0" dirty="0">
                <a:ln>
                  <a:noFill/>
                </a:ln>
                <a:solidFill>
                  <a:srgbClr val="000000"/>
                </a:solidFill>
                <a:effectLst/>
                <a:uLnTx/>
                <a:uFillTx/>
                <a:latin typeface="Segoe UI Semilight"/>
                <a:ea typeface="+mn-ea"/>
                <a:cs typeface="Arial" pitchFamily="34" charset="0"/>
              </a:rPr>
              <a:t>100%</a:t>
            </a:r>
            <a:r>
              <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rPr>
              <a:t> of the cost of the materials or supplies towards the goal</a:t>
            </a:r>
          </a:p>
          <a:p>
            <a:pPr marL="0" marR="0" lvl="0" indent="0" algn="just" defTabSz="914400" rtl="0" eaLnBrk="1" fontAlgn="base" latinLnBrk="0" hangingPunct="1">
              <a:lnSpc>
                <a:spcPct val="100000"/>
              </a:lnSpc>
              <a:spcBef>
                <a:spcPts val="225"/>
              </a:spcBef>
              <a:spcAft>
                <a:spcPts val="300"/>
              </a:spcAft>
              <a:buClr>
                <a:srgbClr val="59595C">
                  <a:lumMod val="50000"/>
                </a:srgbClr>
              </a:buClr>
              <a:buSzTx/>
              <a:buFont typeface="Webdings" pitchFamily="18" charset="2"/>
              <a:buNone/>
              <a:tabLst/>
              <a:defRPr/>
            </a:pPr>
            <a:endPar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endParaRPr>
          </a:p>
          <a:p>
            <a:pPr marL="342900" marR="0" lvl="0" indent="-342900" algn="just" defTabSz="914400" rtl="0" eaLnBrk="1" fontAlgn="base" latinLnBrk="0" hangingPunct="1">
              <a:lnSpc>
                <a:spcPct val="100000"/>
              </a:lnSpc>
              <a:spcBef>
                <a:spcPts val="0"/>
              </a:spcBef>
              <a:spcAft>
                <a:spcPts val="0"/>
              </a:spcAft>
              <a:buClr>
                <a:srgbClr val="C00000">
                  <a:lumMod val="60000"/>
                  <a:lumOff val="40000"/>
                </a:srgbClr>
              </a:buClr>
              <a:buSzTx/>
              <a:buFont typeface="Wingdings" panose="05000000000000000000" pitchFamily="2" charset="2"/>
              <a:buChar char="v"/>
              <a:tabLst/>
              <a:defRPr/>
            </a:pPr>
            <a:r>
              <a:rPr kumimoji="0" lang="en-US" sz="2400" b="0" i="0" u="none" strike="noStrike" kern="1200" cap="all" spc="0" normalizeH="0" baseline="0" noProof="0" dirty="0">
                <a:ln>
                  <a:noFill/>
                </a:ln>
                <a:solidFill>
                  <a:srgbClr val="000000"/>
                </a:solidFill>
                <a:effectLst/>
                <a:uLnTx/>
                <a:uFillTx/>
                <a:latin typeface="Segoe UI"/>
                <a:ea typeface="+mn-ea"/>
                <a:cs typeface="Arial" pitchFamily="34" charset="0"/>
              </a:rPr>
              <a:t>Regular Dealer</a:t>
            </a:r>
          </a:p>
          <a:p>
            <a:pPr marL="339725" marR="0" lvl="0" indent="0" algn="just" defTabSz="914400" rtl="0" eaLnBrk="1" fontAlgn="base" latinLnBrk="0" hangingPunct="1">
              <a:lnSpc>
                <a:spcPct val="100000"/>
              </a:lnSpc>
              <a:spcBef>
                <a:spcPts val="225"/>
              </a:spcBef>
              <a:spcAft>
                <a:spcPts val="300"/>
              </a:spcAft>
              <a:buClr>
                <a:srgbClr val="C00000">
                  <a:lumMod val="60000"/>
                  <a:lumOff val="40000"/>
                </a:srgbClr>
              </a:buClr>
              <a:buSzTx/>
              <a:buFont typeface="Webdings" pitchFamily="18" charset="2"/>
              <a:buNone/>
              <a:tabLst/>
              <a:defRPr/>
            </a:pPr>
            <a:r>
              <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rPr>
              <a:t>If the material or supplies are purchased from a D/M/WBE regular dealer, count </a:t>
            </a:r>
            <a:r>
              <a:rPr kumimoji="0" lang="en-US" sz="2000" b="1" i="0" u="none" strike="noStrike" kern="1200" cap="none" spc="0" normalizeH="0" baseline="0" noProof="0" dirty="0">
                <a:ln>
                  <a:noFill/>
                </a:ln>
                <a:solidFill>
                  <a:srgbClr val="000000"/>
                </a:solidFill>
                <a:effectLst/>
                <a:uLnTx/>
                <a:uFillTx/>
                <a:latin typeface="Segoe UI Semilight"/>
                <a:ea typeface="+mn-ea"/>
                <a:cs typeface="Arial" pitchFamily="34" charset="0"/>
              </a:rPr>
              <a:t>60%</a:t>
            </a:r>
            <a:r>
              <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rPr>
              <a:t> of the cost of the materials or supplies toward the goal</a:t>
            </a:r>
          </a:p>
          <a:p>
            <a:pPr marL="0" marR="0" lvl="0" indent="0" algn="just" defTabSz="914400" rtl="0" eaLnBrk="1" fontAlgn="base" latinLnBrk="0" hangingPunct="1">
              <a:lnSpc>
                <a:spcPct val="100000"/>
              </a:lnSpc>
              <a:spcBef>
                <a:spcPts val="225"/>
              </a:spcBef>
              <a:spcAft>
                <a:spcPts val="300"/>
              </a:spcAft>
              <a:buClr>
                <a:srgbClr val="59595C">
                  <a:lumMod val="50000"/>
                </a:srgbClr>
              </a:buClr>
              <a:buSzTx/>
              <a:buFont typeface="Webdings" pitchFamily="18" charset="2"/>
              <a:buNone/>
              <a:tabLst/>
              <a:defRPr/>
            </a:pPr>
            <a:endPar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endParaRPr>
          </a:p>
          <a:p>
            <a:pPr marL="342900" marR="0" lvl="0" indent="-342900" algn="just" defTabSz="914400" rtl="0" eaLnBrk="1" fontAlgn="base" latinLnBrk="0" hangingPunct="1">
              <a:lnSpc>
                <a:spcPct val="100000"/>
              </a:lnSpc>
              <a:spcBef>
                <a:spcPts val="225"/>
              </a:spcBef>
              <a:spcAft>
                <a:spcPts val="300"/>
              </a:spcAft>
              <a:buClr>
                <a:srgbClr val="00B050"/>
              </a:buClr>
              <a:buSzTx/>
              <a:buFont typeface="Wingdings" panose="05000000000000000000" pitchFamily="2" charset="2"/>
              <a:buChar char="v"/>
              <a:tabLst/>
              <a:defRPr/>
            </a:pPr>
            <a:r>
              <a:rPr kumimoji="0" lang="en-US" sz="2400" b="0" i="0" u="none" strike="noStrike" kern="1200" cap="all" spc="0" normalizeH="0" baseline="0" noProof="0" dirty="0">
                <a:ln>
                  <a:noFill/>
                </a:ln>
                <a:solidFill>
                  <a:srgbClr val="000000"/>
                </a:solidFill>
                <a:effectLst/>
                <a:uLnTx/>
                <a:uFillTx/>
                <a:latin typeface="Segoe UI"/>
                <a:ea typeface="+mn-ea"/>
                <a:cs typeface="Arial" pitchFamily="34" charset="0"/>
              </a:rPr>
              <a:t>Broker</a:t>
            </a:r>
          </a:p>
          <a:p>
            <a:pPr marL="339725" marR="0" lvl="0" indent="0" algn="just" defTabSz="914400" rtl="0" eaLnBrk="1" fontAlgn="base" latinLnBrk="0" hangingPunct="1">
              <a:lnSpc>
                <a:spcPct val="100000"/>
              </a:lnSpc>
              <a:spcBef>
                <a:spcPts val="225"/>
              </a:spcBef>
              <a:spcAft>
                <a:spcPts val="300"/>
              </a:spcAft>
              <a:buClr>
                <a:srgbClr val="00B050"/>
              </a:buClr>
              <a:buSzTx/>
              <a:buFont typeface="Webdings" pitchFamily="18" charset="2"/>
              <a:buNone/>
              <a:tabLst/>
              <a:defRPr/>
            </a:pPr>
            <a:r>
              <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rPr>
              <a:t>If the D/M/WBE firm is acting as an intermediary between two or more firms for the acquisition of supplies, materials or equipment for a fee, count only the fees and commissions at </a:t>
            </a:r>
            <a:r>
              <a:rPr kumimoji="0" lang="en-US" sz="2000" b="1" i="0" u="none" strike="noStrike" kern="1200" cap="none" spc="0" normalizeH="0" baseline="0" noProof="0" dirty="0">
                <a:ln>
                  <a:noFill/>
                </a:ln>
                <a:solidFill>
                  <a:srgbClr val="000000"/>
                </a:solidFill>
                <a:effectLst/>
                <a:uLnTx/>
                <a:uFillTx/>
                <a:latin typeface="Segoe UI Semilight"/>
                <a:ea typeface="+mn-ea"/>
                <a:cs typeface="Arial" pitchFamily="34" charset="0"/>
              </a:rPr>
              <a:t>100%</a:t>
            </a:r>
          </a:p>
          <a:p>
            <a:pPr marL="0" marR="0" lvl="0" indent="0" algn="just" defTabSz="914400" rtl="0" eaLnBrk="1" fontAlgn="base" latinLnBrk="0" hangingPunct="1">
              <a:lnSpc>
                <a:spcPct val="100000"/>
              </a:lnSpc>
              <a:spcBef>
                <a:spcPts val="225"/>
              </a:spcBef>
              <a:spcAft>
                <a:spcPts val="300"/>
              </a:spcAft>
              <a:buClr>
                <a:srgbClr val="59595C">
                  <a:lumMod val="50000"/>
                </a:srgbClr>
              </a:buClr>
              <a:buSzTx/>
              <a:buFont typeface="Webdings" pitchFamily="18" charset="2"/>
              <a:buNone/>
              <a:tabLst/>
              <a:defRPr/>
            </a:pPr>
            <a:endPar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endParaRPr>
          </a:p>
          <a:p>
            <a:pPr marL="342900" marR="0" lvl="0" indent="-342900" algn="just" defTabSz="914400" rtl="0" eaLnBrk="1" fontAlgn="base" latinLnBrk="0" hangingPunct="1">
              <a:lnSpc>
                <a:spcPct val="100000"/>
              </a:lnSpc>
              <a:spcBef>
                <a:spcPts val="225"/>
              </a:spcBef>
              <a:spcAft>
                <a:spcPts val="300"/>
              </a:spcAft>
              <a:buClr>
                <a:srgbClr val="FFC000"/>
              </a:buClr>
              <a:buSzTx/>
              <a:buFont typeface="Wingdings" panose="05000000000000000000" pitchFamily="2" charset="2"/>
              <a:buChar char="v"/>
              <a:tabLst/>
              <a:defRPr/>
            </a:pPr>
            <a:r>
              <a:rPr kumimoji="0" lang="en-US" sz="2400" b="0" i="0" u="none" strike="noStrike" kern="1200" cap="all" spc="0" normalizeH="0" baseline="0" noProof="0" dirty="0">
                <a:ln>
                  <a:noFill/>
                </a:ln>
                <a:solidFill>
                  <a:srgbClr val="000000"/>
                </a:solidFill>
                <a:effectLst/>
                <a:uLnTx/>
                <a:uFillTx/>
                <a:latin typeface="Segoe UI"/>
                <a:ea typeface="+mn-ea"/>
                <a:cs typeface="Arial" pitchFamily="34" charset="0"/>
              </a:rPr>
              <a:t>Manufacturer’s Representative</a:t>
            </a:r>
          </a:p>
          <a:p>
            <a:pPr marL="339725" marR="0" lvl="0" indent="0" algn="just" defTabSz="914400" rtl="0" eaLnBrk="1" fontAlgn="base" latinLnBrk="0" hangingPunct="1">
              <a:lnSpc>
                <a:spcPct val="100000"/>
              </a:lnSpc>
              <a:spcBef>
                <a:spcPts val="225"/>
              </a:spcBef>
              <a:spcAft>
                <a:spcPts val="300"/>
              </a:spcAft>
              <a:buClr>
                <a:srgbClr val="FFC000"/>
              </a:buClr>
              <a:buSzTx/>
              <a:buFont typeface="Webdings" pitchFamily="18" charset="2"/>
              <a:buNone/>
              <a:tabLst/>
              <a:defRPr/>
            </a:pPr>
            <a:r>
              <a:rPr kumimoji="0" lang="en-US" sz="2000" b="0" i="0" u="none" strike="noStrike" kern="1200" cap="none" spc="0" normalizeH="0" baseline="0" noProof="0" dirty="0">
                <a:ln>
                  <a:noFill/>
                </a:ln>
                <a:solidFill>
                  <a:srgbClr val="000000"/>
                </a:solidFill>
                <a:effectLst/>
                <a:uLnTx/>
                <a:uFillTx/>
                <a:latin typeface="Segoe UI Semilight"/>
                <a:ea typeface="+mn-ea"/>
                <a:cs typeface="Arial" pitchFamily="34" charset="0"/>
              </a:rPr>
              <a:t>If the D/M/WBE firm is representing a manufacturer for a fee or commission, count only the fees and commissions at </a:t>
            </a:r>
            <a:r>
              <a:rPr kumimoji="0" lang="en-US" sz="2000" b="1" i="0" u="none" strike="noStrike" kern="1200" cap="none" spc="0" normalizeH="0" baseline="0" noProof="0" dirty="0">
                <a:ln>
                  <a:noFill/>
                </a:ln>
                <a:solidFill>
                  <a:srgbClr val="000000"/>
                </a:solidFill>
                <a:effectLst/>
                <a:uLnTx/>
                <a:uFillTx/>
                <a:latin typeface="Segoe UI Semilight"/>
                <a:ea typeface="+mn-ea"/>
                <a:cs typeface="Arial" pitchFamily="34" charset="0"/>
              </a:rPr>
              <a:t>100%</a:t>
            </a:r>
          </a:p>
          <a:p>
            <a:pPr marL="0" marR="0" lvl="0" indent="0" algn="l" defTabSz="914400" rtl="0" eaLnBrk="1" fontAlgn="base" latinLnBrk="0" hangingPunct="1">
              <a:lnSpc>
                <a:spcPct val="100000"/>
              </a:lnSpc>
              <a:spcBef>
                <a:spcPts val="225"/>
              </a:spcBef>
              <a:spcAft>
                <a:spcPts val="300"/>
              </a:spcAft>
              <a:buClr>
                <a:srgbClr val="59595C">
                  <a:lumMod val="50000"/>
                </a:srgbClr>
              </a:buClr>
              <a:buSzTx/>
              <a:buFont typeface="Webdings" pitchFamily="18" charset="2"/>
              <a:buNone/>
              <a:tabLst/>
              <a:defRPr/>
            </a:pPr>
            <a:endParaRPr kumimoji="0" lang="en-US" sz="2800" b="0" i="0" u="none" strike="noStrike" kern="1200" cap="none" spc="0" normalizeH="0" baseline="0" noProof="0" dirty="0">
              <a:ln>
                <a:noFill/>
              </a:ln>
              <a:solidFill>
                <a:srgbClr val="000000"/>
              </a:solidFill>
              <a:effectLst/>
              <a:uLnTx/>
              <a:uFillTx/>
              <a:latin typeface="Segoe UI Semilight"/>
              <a:ea typeface="+mn-ea"/>
              <a:cs typeface="Arial" pitchFamily="34" charset="0"/>
            </a:endParaRPr>
          </a:p>
        </p:txBody>
      </p:sp>
      <p:sp>
        <p:nvSpPr>
          <p:cNvPr id="3" name="Rectangle 2">
            <a:extLst>
              <a:ext uri="{FF2B5EF4-FFF2-40B4-BE49-F238E27FC236}">
                <a16:creationId xmlns:a16="http://schemas.microsoft.com/office/drawing/2014/main" id="{36D3C749-276F-4C6F-A5F0-E0D5C8068911}"/>
              </a:ext>
            </a:extLst>
          </p:cNvPr>
          <p:cNvSpPr/>
          <p:nvPr/>
        </p:nvSpPr>
        <p:spPr bwMode="auto">
          <a:xfrm>
            <a:off x="1359017" y="1485059"/>
            <a:ext cx="10117122" cy="654342"/>
          </a:xfrm>
          <a:prstGeom prst="rect">
            <a:avLst/>
          </a:prstGeom>
          <a:no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7">
            <a:extLst>
              <a:ext uri="{FF2B5EF4-FFF2-40B4-BE49-F238E27FC236}">
                <a16:creationId xmlns:a16="http://schemas.microsoft.com/office/drawing/2014/main" id="{2C761AE2-E60C-4DB4-8AF6-702E4BB1855F}"/>
              </a:ext>
            </a:extLst>
          </p:cNvPr>
          <p:cNvSpPr/>
          <p:nvPr/>
        </p:nvSpPr>
        <p:spPr bwMode="auto">
          <a:xfrm>
            <a:off x="1359017" y="2533445"/>
            <a:ext cx="10117122" cy="654342"/>
          </a:xfrm>
          <a:prstGeom prst="rect">
            <a:avLst/>
          </a:prstGeom>
          <a:no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8">
            <a:extLst>
              <a:ext uri="{FF2B5EF4-FFF2-40B4-BE49-F238E27FC236}">
                <a16:creationId xmlns:a16="http://schemas.microsoft.com/office/drawing/2014/main" id="{53F71F8A-40BB-484E-87FD-B44462FF0179}"/>
              </a:ext>
            </a:extLst>
          </p:cNvPr>
          <p:cNvSpPr/>
          <p:nvPr/>
        </p:nvSpPr>
        <p:spPr bwMode="auto">
          <a:xfrm>
            <a:off x="1359017" y="3647911"/>
            <a:ext cx="10117122" cy="838363"/>
          </a:xfrm>
          <a:prstGeom prst="rect">
            <a:avLst/>
          </a:prstGeom>
          <a:no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9">
            <a:extLst>
              <a:ext uri="{FF2B5EF4-FFF2-40B4-BE49-F238E27FC236}">
                <a16:creationId xmlns:a16="http://schemas.microsoft.com/office/drawing/2014/main" id="{12A110C8-C274-40D6-B472-3FD4F051B70B}"/>
              </a:ext>
            </a:extLst>
          </p:cNvPr>
          <p:cNvSpPr/>
          <p:nvPr/>
        </p:nvSpPr>
        <p:spPr bwMode="auto">
          <a:xfrm>
            <a:off x="1359017" y="4932316"/>
            <a:ext cx="10117122" cy="654342"/>
          </a:xfrm>
          <a:prstGeom prst="rect">
            <a:avLst/>
          </a:prstGeom>
          <a:no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502076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500"/>
                                        <p:tgtEl>
                                          <p:spTgt spid="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6" end="6"/>
                                            </p:txEl>
                                          </p:spTgt>
                                        </p:tgtEl>
                                        <p:attrNameLst>
                                          <p:attrName>style.visibility</p:attrName>
                                        </p:attrNameLst>
                                      </p:cBhvr>
                                      <p:to>
                                        <p:strVal val="visible"/>
                                      </p:to>
                                    </p:set>
                                    <p:animEffect transition="in" filter="fade">
                                      <p:cBhvr>
                                        <p:cTn id="26" dur="500"/>
                                        <p:tgtEl>
                                          <p:spTgt spid="7">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animEffect transition="in" filter="fade">
                                      <p:cBhvr>
                                        <p:cTn id="31" dur="500"/>
                                        <p:tgtEl>
                                          <p:spTgt spid="7">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xEl>
                                              <p:pRg st="9" end="9"/>
                                            </p:txEl>
                                          </p:spTgt>
                                        </p:tgtEl>
                                        <p:attrNameLst>
                                          <p:attrName>style.visibility</p:attrName>
                                        </p:attrNameLst>
                                      </p:cBhvr>
                                      <p:to>
                                        <p:strVal val="visible"/>
                                      </p:to>
                                    </p:set>
                                    <p:animEffect transition="in" filter="fade">
                                      <p:cBhvr>
                                        <p:cTn id="36" dur="500"/>
                                        <p:tgtEl>
                                          <p:spTgt spid="7">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xEl>
                                              <p:pRg st="10" end="10"/>
                                            </p:txEl>
                                          </p:spTgt>
                                        </p:tgtEl>
                                        <p:attrNameLst>
                                          <p:attrName>style.visibility</p:attrName>
                                        </p:attrNameLst>
                                      </p:cBhvr>
                                      <p:to>
                                        <p:strVal val="visible"/>
                                      </p:to>
                                    </p:set>
                                    <p:animEffect transition="in" filter="fade">
                                      <p:cBhvr>
                                        <p:cTn id="41"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7103533" y="113036"/>
            <a:ext cx="5080000" cy="6338564"/>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3" name="Content Placeholder 2"/>
          <p:cNvSpPr>
            <a:spLocks noGrp="1"/>
          </p:cNvSpPr>
          <p:nvPr>
            <p:ph idx="4294967295"/>
          </p:nvPr>
        </p:nvSpPr>
        <p:spPr>
          <a:xfrm>
            <a:off x="7147626" y="1645065"/>
            <a:ext cx="4991814" cy="4698742"/>
          </a:xfrm>
          <a:prstGeom prst="rect">
            <a:avLst/>
          </a:prstGeom>
        </p:spPr>
        <p:txBody>
          <a:bodyPr>
            <a:normAutofit/>
          </a:bodyPr>
          <a:lstStyle/>
          <a:p>
            <a:pPr algn="ctr"/>
            <a:r>
              <a:rPr lang="en-US" sz="3900" b="1" dirty="0">
                <a:solidFill>
                  <a:schemeClr val="tx2"/>
                </a:solidFill>
              </a:rPr>
              <a:t>All primes with or without minority certifications.</a:t>
            </a:r>
          </a:p>
          <a:p>
            <a:endParaRPr lang="en-US" sz="3600" b="1" dirty="0">
              <a:solidFill>
                <a:srgbClr val="0000FF"/>
              </a:solidFill>
            </a:endParaRPr>
          </a:p>
          <a:p>
            <a:endParaRPr lang="en-US" sz="3600" b="1" dirty="0">
              <a:solidFill>
                <a:srgbClr val="0000FF"/>
              </a:solidFill>
            </a:endParaRPr>
          </a:p>
          <a:p>
            <a:r>
              <a:rPr lang="en-US" sz="6200" dirty="0">
                <a:solidFill>
                  <a:schemeClr val="accent5">
                    <a:lumMod val="50000"/>
                  </a:schemeClr>
                </a:solidFill>
              </a:rPr>
              <a:t>  </a:t>
            </a:r>
            <a:r>
              <a:rPr lang="en-US" sz="4800" dirty="0">
                <a:solidFill>
                  <a:schemeClr val="accent5">
                    <a:lumMod val="50000"/>
                  </a:schemeClr>
                </a:solidFill>
              </a:rPr>
              <a:t>Prime is a Prime.</a:t>
            </a:r>
          </a:p>
          <a:p>
            <a:pPr marL="0" indent="0" algn="ctr">
              <a:buNone/>
            </a:pPr>
            <a:endParaRPr lang="en-US" sz="8000" dirty="0">
              <a:solidFill>
                <a:srgbClr val="0000FF"/>
              </a:solidFill>
            </a:endParaRPr>
          </a:p>
          <a:p>
            <a:pPr marL="0" indent="0" algn="ctr">
              <a:buNone/>
            </a:pPr>
            <a:endParaRPr lang="en-US" sz="8000" dirty="0">
              <a:solidFill>
                <a:srgbClr val="0000FF"/>
              </a:solidFill>
            </a:endParaRPr>
          </a:p>
        </p:txBody>
      </p:sp>
      <p:sp>
        <p:nvSpPr>
          <p:cNvPr id="5" name="Slide Number Placeholder 4"/>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22</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00" y="113036"/>
            <a:ext cx="6858000" cy="6338564"/>
          </a:xfrm>
          <a:prstGeom prst="rect">
            <a:avLst/>
          </a:prstGeom>
        </p:spPr>
      </p:pic>
      <p:sp>
        <p:nvSpPr>
          <p:cNvPr id="2" name="Title 1"/>
          <p:cNvSpPr>
            <a:spLocks noGrp="1"/>
          </p:cNvSpPr>
          <p:nvPr>
            <p:ph type="title"/>
          </p:nvPr>
        </p:nvSpPr>
        <p:spPr>
          <a:xfrm>
            <a:off x="101600" y="113036"/>
            <a:ext cx="6858000" cy="693829"/>
          </a:xfrm>
        </p:spPr>
        <p:txBody>
          <a:bodyPr/>
          <a:lstStyle/>
          <a:p>
            <a:pPr algn="ctr"/>
            <a:r>
              <a:rPr lang="en-US" sz="2600" b="1" dirty="0">
                <a:solidFill>
                  <a:schemeClr val="tx1"/>
                </a:solidFill>
              </a:rPr>
              <a:t>Who is Required to Complete the Form(s)?</a:t>
            </a:r>
          </a:p>
        </p:txBody>
      </p:sp>
    </p:spTree>
    <p:extLst>
      <p:ext uri="{BB962C8B-B14F-4D97-AF65-F5344CB8AC3E}">
        <p14:creationId xmlns:p14="http://schemas.microsoft.com/office/powerpoint/2010/main" val="4132950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14" presetClass="entr" presetSubtype="1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3" dur="500"/>
                                        <p:tgtEl>
                                          <p:spTgt spid="3">
                                            <p:txEl>
                                              <p:pRg st="0" end="0"/>
                                            </p:txEl>
                                          </p:spTgt>
                                        </p:tgtEl>
                                      </p:cBhvr>
                                    </p:animEffect>
                                  </p:childTnLst>
                                </p:cTn>
                              </p:par>
                            </p:childTnLst>
                          </p:cTn>
                        </p:par>
                        <p:par>
                          <p:cTn id="14" fill="hold">
                            <p:stCondLst>
                              <p:cond delay="1000"/>
                            </p:stCondLst>
                            <p:childTnLst>
                              <p:par>
                                <p:cTn id="15" presetID="14" presetClass="entr" presetSubtype="10" fill="hold" grpId="0" nodeType="after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8247764" y="957404"/>
            <a:ext cx="3709554" cy="5172464"/>
          </a:xfrm>
          <a:prstGeom prst="rect">
            <a:avLst/>
          </a:prstGeom>
          <a:solidFill>
            <a:srgbClr val="00206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Times New Roman" pitchFamily="18" charset="0"/>
                <a:ea typeface="+mn-ea"/>
                <a:cs typeface="+mn-cs"/>
              </a:rPr>
              <a:t>Lower Half of the Form</a:t>
            </a:r>
            <a:endParaRPr kumimoji="0" lang="en-US" sz="10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7" name="Rectangle 6"/>
          <p:cNvSpPr/>
          <p:nvPr/>
        </p:nvSpPr>
        <p:spPr bwMode="auto">
          <a:xfrm>
            <a:off x="364016" y="972293"/>
            <a:ext cx="3709554" cy="5105774"/>
          </a:xfrm>
          <a:prstGeom prst="rect">
            <a:avLst/>
          </a:prstGeom>
          <a:solidFill>
            <a:srgbClr val="00206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Times New Roman" pitchFamily="18" charset="0"/>
                <a:ea typeface="+mn-ea"/>
                <a:cs typeface="+mn-cs"/>
              </a:rPr>
              <a:t>Upper Half of the Form</a:t>
            </a:r>
            <a:endParaRPr kumimoji="0" lang="en-US" sz="10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2" name="Title 1"/>
          <p:cNvSpPr>
            <a:spLocks noGrp="1"/>
          </p:cNvSpPr>
          <p:nvPr>
            <p:ph type="title"/>
          </p:nvPr>
        </p:nvSpPr>
        <p:spPr>
          <a:xfrm>
            <a:off x="291288" y="40216"/>
            <a:ext cx="12530666" cy="831851"/>
          </a:xfrm>
        </p:spPr>
        <p:txBody>
          <a:bodyPr/>
          <a:lstStyle/>
          <a:p>
            <a:r>
              <a:rPr lang="en-US" sz="3200" b="1" dirty="0"/>
              <a:t>Subcontractor Plan Form</a:t>
            </a:r>
            <a:endParaRPr lang="en-US" sz="3200" b="1" dirty="0">
              <a:solidFill>
                <a:schemeClr val="accent2"/>
              </a:solidFill>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b="30000"/>
          <a:stretch/>
        </p:blipFill>
        <p:spPr>
          <a:xfrm>
            <a:off x="8385253" y="1191566"/>
            <a:ext cx="3442731" cy="4806571"/>
          </a:xfrm>
          <a:prstGeom prst="rect">
            <a:avLst/>
          </a:prstGeom>
        </p:spPr>
      </p:pic>
      <p:sp>
        <p:nvSpPr>
          <p:cNvPr id="3" name="Slide Number Placeholder 2"/>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23</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cxnSp>
        <p:nvCxnSpPr>
          <p:cNvPr id="9" name="Straight Connector 8"/>
          <p:cNvCxnSpPr/>
          <p:nvPr/>
        </p:nvCxnSpPr>
        <p:spPr>
          <a:xfrm flipV="1">
            <a:off x="364016" y="931503"/>
            <a:ext cx="11315233" cy="2590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pic>
        <p:nvPicPr>
          <p:cNvPr id="6" name="Picture 5"/>
          <p:cNvPicPr>
            <a:picLocks noChangeAspect="1"/>
          </p:cNvPicPr>
          <p:nvPr/>
        </p:nvPicPr>
        <p:blipFill>
          <a:blip r:embed="rId4"/>
          <a:stretch>
            <a:fillRect/>
          </a:stretch>
        </p:blipFill>
        <p:spPr>
          <a:xfrm>
            <a:off x="494452" y="1232490"/>
            <a:ext cx="3448682" cy="4724724"/>
          </a:xfrm>
          <a:prstGeom prst="rect">
            <a:avLst/>
          </a:prstGeom>
        </p:spPr>
      </p:pic>
      <p:sp>
        <p:nvSpPr>
          <p:cNvPr id="12" name="TextBox 11">
            <a:extLst>
              <a:ext uri="{FF2B5EF4-FFF2-40B4-BE49-F238E27FC236}">
                <a16:creationId xmlns:a16="http://schemas.microsoft.com/office/drawing/2014/main" id="{9AE09D32-1621-4FCC-B18E-6B2648517581}"/>
              </a:ext>
            </a:extLst>
          </p:cNvPr>
          <p:cNvSpPr txBox="1"/>
          <p:nvPr/>
        </p:nvSpPr>
        <p:spPr bwMode="auto">
          <a:xfrm>
            <a:off x="4211060" y="1636494"/>
            <a:ext cx="3951866" cy="1169551"/>
          </a:xfrm>
          <a:prstGeom prst="rect">
            <a:avLst/>
          </a:prstGeom>
          <a:noFill/>
          <a:ln w="9525">
            <a:solidFill>
              <a:schemeClr val="accent1"/>
            </a:solidFill>
            <a:miter lim="800000"/>
            <a:headEnd/>
            <a:tailEnd/>
          </a:ln>
          <a:effectLst/>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Completed by the prime contractor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One form for each subcontractor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Provide a work/service description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Ensure dollar amount and/or percent of contract is recorded on each form </a:t>
            </a:r>
          </a:p>
        </p:txBody>
      </p:sp>
      <p:sp>
        <p:nvSpPr>
          <p:cNvPr id="13" name="TextBox 12">
            <a:extLst>
              <a:ext uri="{FF2B5EF4-FFF2-40B4-BE49-F238E27FC236}">
                <a16:creationId xmlns:a16="http://schemas.microsoft.com/office/drawing/2014/main" id="{64658AB9-BD92-4413-999F-1E9A4566796F}"/>
              </a:ext>
            </a:extLst>
          </p:cNvPr>
          <p:cNvSpPr txBox="1"/>
          <p:nvPr/>
        </p:nvSpPr>
        <p:spPr bwMode="auto">
          <a:xfrm>
            <a:off x="4211060" y="3899869"/>
            <a:ext cx="3951866" cy="1384995"/>
          </a:xfrm>
          <a:prstGeom prst="rect">
            <a:avLst/>
          </a:prstGeom>
          <a:noFill/>
          <a:ln w="9525">
            <a:solidFill>
              <a:schemeClr val="accent1"/>
            </a:solidFill>
            <a:miter lim="800000"/>
            <a:headEnd/>
            <a:tailEnd/>
          </a:ln>
          <a:effectLst/>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Complete prime and subcontractor information (contact info)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Ensure subcontractor’s Federal ID number is listed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List certification status of each subcontractor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Signature of both parties included</a:t>
            </a:r>
          </a:p>
        </p:txBody>
      </p:sp>
      <p:sp>
        <p:nvSpPr>
          <p:cNvPr id="15" name="Arrow: Bent-Up 14">
            <a:extLst>
              <a:ext uri="{FF2B5EF4-FFF2-40B4-BE49-F238E27FC236}">
                <a16:creationId xmlns:a16="http://schemas.microsoft.com/office/drawing/2014/main" id="{DABB5093-0EB3-4D1D-A7C8-9BE413015BF2}"/>
              </a:ext>
            </a:extLst>
          </p:cNvPr>
          <p:cNvSpPr/>
          <p:nvPr/>
        </p:nvSpPr>
        <p:spPr bwMode="auto">
          <a:xfrm rot="16200000">
            <a:off x="4228782" y="1091738"/>
            <a:ext cx="378509" cy="688926"/>
          </a:xfrm>
          <a:prstGeom prst="bentUp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6" name="Arrow: Bent-Up 15">
            <a:extLst>
              <a:ext uri="{FF2B5EF4-FFF2-40B4-BE49-F238E27FC236}">
                <a16:creationId xmlns:a16="http://schemas.microsoft.com/office/drawing/2014/main" id="{2BE6B8D2-2B84-4A5F-BCC4-765A3F1656E0}"/>
              </a:ext>
            </a:extLst>
          </p:cNvPr>
          <p:cNvSpPr/>
          <p:nvPr/>
        </p:nvSpPr>
        <p:spPr bwMode="auto">
          <a:xfrm rot="5400000">
            <a:off x="7679674" y="5144124"/>
            <a:ext cx="378509" cy="688926"/>
          </a:xfrm>
          <a:prstGeom prst="bentUp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17" name="Arrow: Right 16">
            <a:extLst>
              <a:ext uri="{FF2B5EF4-FFF2-40B4-BE49-F238E27FC236}">
                <a16:creationId xmlns:a16="http://schemas.microsoft.com/office/drawing/2014/main" id="{F4E17144-78B3-4687-90EB-43E0852D1116}"/>
              </a:ext>
            </a:extLst>
          </p:cNvPr>
          <p:cNvSpPr/>
          <p:nvPr/>
        </p:nvSpPr>
        <p:spPr bwMode="auto">
          <a:xfrm>
            <a:off x="4268002" y="3244196"/>
            <a:ext cx="3849326" cy="242316"/>
          </a:xfrm>
          <a:prstGeom prst="rightArrow">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946241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531CFA3-5D94-4017-94A6-0AD3665F53EA}"/>
              </a:ext>
            </a:extLst>
          </p:cNvPr>
          <p:cNvSpPr/>
          <p:nvPr/>
        </p:nvSpPr>
        <p:spPr bwMode="auto">
          <a:xfrm>
            <a:off x="6096001" y="914734"/>
            <a:ext cx="1826346" cy="831851"/>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pic>
        <p:nvPicPr>
          <p:cNvPr id="7" name="Picture 6"/>
          <p:cNvPicPr>
            <a:picLocks noChangeAspect="1"/>
          </p:cNvPicPr>
          <p:nvPr/>
        </p:nvPicPr>
        <p:blipFill rotWithShape="1">
          <a:blip r:embed="rId3"/>
          <a:srcRect l="1" r="24" b="24146"/>
          <a:stretch/>
        </p:blipFill>
        <p:spPr>
          <a:xfrm>
            <a:off x="4632250" y="2176156"/>
            <a:ext cx="2714319" cy="3192903"/>
          </a:xfrm>
          <a:prstGeom prst="rect">
            <a:avLst/>
          </a:prstGeom>
        </p:spPr>
      </p:pic>
      <p:sp>
        <p:nvSpPr>
          <p:cNvPr id="11" name="Arrow: Right 10">
            <a:extLst>
              <a:ext uri="{FF2B5EF4-FFF2-40B4-BE49-F238E27FC236}">
                <a16:creationId xmlns:a16="http://schemas.microsoft.com/office/drawing/2014/main" id="{8F78FDBB-B68B-4E9B-A9E6-9702832F9CFE}"/>
              </a:ext>
            </a:extLst>
          </p:cNvPr>
          <p:cNvSpPr/>
          <p:nvPr/>
        </p:nvSpPr>
        <p:spPr bwMode="auto">
          <a:xfrm>
            <a:off x="4077275" y="1919084"/>
            <a:ext cx="3674640" cy="242316"/>
          </a:xfrm>
          <a:prstGeom prst="rightArrow">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2" name="Title 1"/>
          <p:cNvSpPr>
            <a:spLocks noGrp="1"/>
          </p:cNvSpPr>
          <p:nvPr>
            <p:ph type="title"/>
          </p:nvPr>
        </p:nvSpPr>
        <p:spPr>
          <a:xfrm>
            <a:off x="224205" y="56983"/>
            <a:ext cx="10154605" cy="831851"/>
          </a:xfrm>
        </p:spPr>
        <p:txBody>
          <a:bodyPr/>
          <a:lstStyle/>
          <a:p>
            <a:r>
              <a:rPr lang="en-US" sz="3200" b="1" dirty="0"/>
              <a:t>Good Faith Effort Form</a:t>
            </a:r>
          </a:p>
        </p:txBody>
      </p:sp>
      <p:sp>
        <p:nvSpPr>
          <p:cNvPr id="3" name="Slide Number Placeholder 2"/>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24</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cxnSp>
        <p:nvCxnSpPr>
          <p:cNvPr id="16" name="Straight Connector 15"/>
          <p:cNvCxnSpPr/>
          <p:nvPr/>
        </p:nvCxnSpPr>
        <p:spPr>
          <a:xfrm flipV="1">
            <a:off x="364016" y="888834"/>
            <a:ext cx="11315233" cy="2590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12A07155-A411-48E5-97FC-E027030D33A2}"/>
              </a:ext>
            </a:extLst>
          </p:cNvPr>
          <p:cNvSpPr/>
          <p:nvPr/>
        </p:nvSpPr>
        <p:spPr bwMode="auto">
          <a:xfrm>
            <a:off x="217225" y="888834"/>
            <a:ext cx="3879744" cy="5235163"/>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
        <p:nvSpPr>
          <p:cNvPr id="13" name="Rectangle 12">
            <a:extLst>
              <a:ext uri="{FF2B5EF4-FFF2-40B4-BE49-F238E27FC236}">
                <a16:creationId xmlns:a16="http://schemas.microsoft.com/office/drawing/2014/main" id="{20EDD47B-95EB-4E92-B60E-A13EFB57D44B}"/>
              </a:ext>
            </a:extLst>
          </p:cNvPr>
          <p:cNvSpPr/>
          <p:nvPr/>
        </p:nvSpPr>
        <p:spPr bwMode="auto">
          <a:xfrm>
            <a:off x="7924045" y="914735"/>
            <a:ext cx="4050729" cy="5209263"/>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graphicFrame>
        <p:nvGraphicFramePr>
          <p:cNvPr id="9" name="Object 8"/>
          <p:cNvGraphicFramePr>
            <a:graphicFrameLocks noChangeAspect="1"/>
          </p:cNvGraphicFramePr>
          <p:nvPr/>
        </p:nvGraphicFramePr>
        <p:xfrm>
          <a:off x="296788" y="996751"/>
          <a:ext cx="3700924" cy="5003167"/>
        </p:xfrm>
        <a:graphic>
          <a:graphicData uri="http://schemas.openxmlformats.org/presentationml/2006/ole">
            <mc:AlternateContent xmlns:mc="http://schemas.openxmlformats.org/markup-compatibility/2006">
              <mc:Choice xmlns:v="urn:schemas-microsoft-com:vml" Requires="v">
                <p:oleObj name="Acrobat Document" r:id="rId4" imgW="5829078" imgH="7543800" progId="Acrobat.Document.11">
                  <p:embed/>
                </p:oleObj>
              </mc:Choice>
              <mc:Fallback>
                <p:oleObj name="Acrobat Document" r:id="rId4" imgW="5829078" imgH="7543800" progId="Acrobat.Document.11">
                  <p:embed/>
                  <p:pic>
                    <p:nvPicPr>
                      <p:cNvPr id="9" name="Object 8"/>
                      <p:cNvPicPr/>
                      <p:nvPr/>
                    </p:nvPicPr>
                    <p:blipFill>
                      <a:blip r:embed="rId5"/>
                      <a:stretch>
                        <a:fillRect/>
                      </a:stretch>
                    </p:blipFill>
                    <p:spPr>
                      <a:xfrm>
                        <a:off x="296788" y="996751"/>
                        <a:ext cx="3700924" cy="5003167"/>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F855EAF7-0737-4CFA-9205-609E6CA1151D}"/>
              </a:ext>
            </a:extLst>
          </p:cNvPr>
          <p:cNvSpPr txBox="1"/>
          <p:nvPr/>
        </p:nvSpPr>
        <p:spPr bwMode="auto">
          <a:xfrm>
            <a:off x="1656494" y="6081934"/>
            <a:ext cx="981512" cy="283154"/>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1600" b="0" i="0" u="none" strike="noStrike" kern="0" cap="none" spc="0" normalizeH="0" baseline="0" noProof="0" dirty="0">
                <a:ln>
                  <a:noFill/>
                </a:ln>
                <a:solidFill>
                  <a:srgbClr val="000000"/>
                </a:solidFill>
                <a:effectLst/>
                <a:uLnTx/>
                <a:uFillTx/>
                <a:latin typeface="Calibri" pitchFamily="34" charset="0"/>
                <a:ea typeface="+mn-ea"/>
                <a:cs typeface="+mn-cs"/>
              </a:rPr>
              <a:t>page one</a:t>
            </a:r>
          </a:p>
        </p:txBody>
      </p:sp>
      <p:sp>
        <p:nvSpPr>
          <p:cNvPr id="14" name="TextBox 13">
            <a:extLst>
              <a:ext uri="{FF2B5EF4-FFF2-40B4-BE49-F238E27FC236}">
                <a16:creationId xmlns:a16="http://schemas.microsoft.com/office/drawing/2014/main" id="{F7ED03AE-1601-45C7-8AC5-F31B74D91559}"/>
              </a:ext>
            </a:extLst>
          </p:cNvPr>
          <p:cNvSpPr txBox="1"/>
          <p:nvPr/>
        </p:nvSpPr>
        <p:spPr bwMode="auto">
          <a:xfrm>
            <a:off x="9457804" y="6107521"/>
            <a:ext cx="981512" cy="283154"/>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1600" b="0" i="0" u="none" strike="noStrike" kern="0" cap="none" spc="0" normalizeH="0" baseline="0" noProof="0" dirty="0">
                <a:ln>
                  <a:noFill/>
                </a:ln>
                <a:solidFill>
                  <a:srgbClr val="000000"/>
                </a:solidFill>
                <a:effectLst/>
                <a:uLnTx/>
                <a:uFillTx/>
                <a:latin typeface="Calibri" pitchFamily="34" charset="0"/>
                <a:ea typeface="+mn-ea"/>
                <a:cs typeface="+mn-cs"/>
              </a:rPr>
              <a:t>page two</a:t>
            </a:r>
          </a:p>
        </p:txBody>
      </p:sp>
      <p:sp>
        <p:nvSpPr>
          <p:cNvPr id="5" name="TextBox 4">
            <a:extLst>
              <a:ext uri="{FF2B5EF4-FFF2-40B4-BE49-F238E27FC236}">
                <a16:creationId xmlns:a16="http://schemas.microsoft.com/office/drawing/2014/main" id="{83BD3D5A-2FA0-4E79-9B1B-556B2DB8358D}"/>
              </a:ext>
            </a:extLst>
          </p:cNvPr>
          <p:cNvSpPr txBox="1"/>
          <p:nvPr/>
        </p:nvSpPr>
        <p:spPr bwMode="auto">
          <a:xfrm>
            <a:off x="6187422" y="980207"/>
            <a:ext cx="1687299" cy="683264"/>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ctr" defTabSz="914400" rtl="0" eaLnBrk="1" fontAlgn="base" latinLnBrk="0" hangingPunct="1">
              <a:lnSpc>
                <a:spcPct val="100000"/>
              </a:lnSpc>
              <a:spcBef>
                <a:spcPts val="300"/>
              </a:spcBef>
              <a:spcAft>
                <a:spcPts val="400"/>
              </a:spcAft>
              <a:buClr>
                <a:srgbClr val="59595C">
                  <a:lumMod val="50000"/>
                </a:srgbClr>
              </a:buClr>
              <a:buSzTx/>
              <a:buFontTx/>
              <a:buNone/>
              <a:tabLst/>
              <a:defRPr/>
            </a:pPr>
            <a:r>
              <a:rPr kumimoji="0" lang="en-US" sz="1400" b="0" i="0" u="none" strike="noStrike" kern="0" cap="none" spc="0" normalizeH="0" baseline="0" noProof="0" dirty="0">
                <a:ln>
                  <a:noFill/>
                </a:ln>
                <a:solidFill>
                  <a:srgbClr val="000000"/>
                </a:solidFill>
                <a:effectLst/>
                <a:uLnTx/>
                <a:uFillTx/>
                <a:latin typeface="Calibri" pitchFamily="34" charset="0"/>
                <a:ea typeface="+mn-ea"/>
                <a:cs typeface="+mn-cs"/>
              </a:rPr>
              <a:t>Section “B” has all the back-up requirements for an approved GFE</a:t>
            </a:r>
          </a:p>
        </p:txBody>
      </p:sp>
      <p:graphicFrame>
        <p:nvGraphicFramePr>
          <p:cNvPr id="21" name="Object 20">
            <a:extLst>
              <a:ext uri="{FF2B5EF4-FFF2-40B4-BE49-F238E27FC236}">
                <a16:creationId xmlns:a16="http://schemas.microsoft.com/office/drawing/2014/main" id="{FE9D9BC3-02E7-4CBF-9313-7B34F24192A9}"/>
              </a:ext>
            </a:extLst>
          </p:cNvPr>
          <p:cNvGraphicFramePr>
            <a:graphicFrameLocks noChangeAspect="1"/>
          </p:cNvGraphicFramePr>
          <p:nvPr/>
        </p:nvGraphicFramePr>
        <p:xfrm>
          <a:off x="8018974" y="996750"/>
          <a:ext cx="3876237" cy="5003168"/>
        </p:xfrm>
        <a:graphic>
          <a:graphicData uri="http://schemas.openxmlformats.org/presentationml/2006/ole">
            <mc:AlternateContent xmlns:mc="http://schemas.openxmlformats.org/markup-compatibility/2006">
              <mc:Choice xmlns:v="urn:schemas-microsoft-com:vml" Requires="v">
                <p:oleObj name="Acrobat Document" r:id="rId6" imgW="5829078" imgH="7543800" progId="Acrobat.Document.11">
                  <p:embed/>
                </p:oleObj>
              </mc:Choice>
              <mc:Fallback>
                <p:oleObj name="Acrobat Document" r:id="rId6" imgW="5829078" imgH="7543800" progId="Acrobat.Document.11">
                  <p:embed/>
                  <p:pic>
                    <p:nvPicPr>
                      <p:cNvPr id="21" name="Object 20">
                        <a:extLst>
                          <a:ext uri="{FF2B5EF4-FFF2-40B4-BE49-F238E27FC236}">
                            <a16:creationId xmlns:a16="http://schemas.microsoft.com/office/drawing/2014/main" id="{FE9D9BC3-02E7-4CBF-9313-7B34F24192A9}"/>
                          </a:ext>
                        </a:extLst>
                      </p:cNvPr>
                      <p:cNvPicPr/>
                      <p:nvPr/>
                    </p:nvPicPr>
                    <p:blipFill>
                      <a:blip r:embed="rId7"/>
                      <a:stretch>
                        <a:fillRect/>
                      </a:stretch>
                    </p:blipFill>
                    <p:spPr>
                      <a:xfrm>
                        <a:off x="8018974" y="996750"/>
                        <a:ext cx="3876237" cy="5003168"/>
                      </a:xfrm>
                      <a:prstGeom prst="rect">
                        <a:avLst/>
                      </a:prstGeom>
                    </p:spPr>
                  </p:pic>
                </p:oleObj>
              </mc:Fallback>
            </mc:AlternateContent>
          </a:graphicData>
        </a:graphic>
      </p:graphicFrame>
      <p:sp>
        <p:nvSpPr>
          <p:cNvPr id="6" name="Oval 5">
            <a:extLst>
              <a:ext uri="{FF2B5EF4-FFF2-40B4-BE49-F238E27FC236}">
                <a16:creationId xmlns:a16="http://schemas.microsoft.com/office/drawing/2014/main" id="{C53BCF70-49F8-4548-BF4D-C2A54092671A}"/>
              </a:ext>
            </a:extLst>
          </p:cNvPr>
          <p:cNvSpPr/>
          <p:nvPr/>
        </p:nvSpPr>
        <p:spPr bwMode="auto">
          <a:xfrm>
            <a:off x="8132778" y="1074189"/>
            <a:ext cx="3408114" cy="2221461"/>
          </a:xfrm>
          <a:prstGeom prst="ellipse">
            <a:avLst/>
          </a:prstGeom>
          <a:solidFill>
            <a:schemeClr val="bg1">
              <a:alpha val="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TextBox 7">
            <a:extLst>
              <a:ext uri="{FF2B5EF4-FFF2-40B4-BE49-F238E27FC236}">
                <a16:creationId xmlns:a16="http://schemas.microsoft.com/office/drawing/2014/main" id="{B2EDB968-62D1-42D9-83AD-75AFE39AA890}"/>
              </a:ext>
            </a:extLst>
          </p:cNvPr>
          <p:cNvSpPr txBox="1"/>
          <p:nvPr/>
        </p:nvSpPr>
        <p:spPr bwMode="auto">
          <a:xfrm>
            <a:off x="5581540" y="5623272"/>
            <a:ext cx="2198950" cy="570413"/>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base" latinLnBrk="0" hangingPunct="1">
              <a:lnSpc>
                <a:spcPct val="100000"/>
              </a:lnSpc>
              <a:spcBef>
                <a:spcPts val="0"/>
              </a:spcBef>
              <a:spcAft>
                <a:spcPts val="200"/>
              </a:spcAft>
              <a:buClr>
                <a:srgbClr val="59595C">
                  <a:lumMod val="50000"/>
                </a:srgbClr>
              </a:buClr>
              <a:buSzTx/>
              <a:buFont typeface="Webdings" pitchFamily="18" charset="2"/>
              <a:buNone/>
              <a:tabLst/>
              <a:defRPr/>
            </a:pPr>
            <a:r>
              <a:rPr kumimoji="0" lang="en-US" sz="1100" b="1" i="0" u="none" strike="noStrike" kern="0" cap="none" spc="0" normalizeH="0" baseline="0" noProof="0" dirty="0">
                <a:ln>
                  <a:noFill/>
                </a:ln>
                <a:solidFill>
                  <a:srgbClr val="000000"/>
                </a:solidFill>
                <a:effectLst/>
                <a:uLnTx/>
                <a:uFillTx/>
                <a:latin typeface="Calibri" pitchFamily="34" charset="0"/>
                <a:ea typeface="+mn-ea"/>
                <a:cs typeface="+mn-cs"/>
              </a:rPr>
              <a:t>Please note:</a:t>
            </a:r>
          </a:p>
          <a:p>
            <a:pPr marL="0" marR="0" lvl="0" indent="0" algn="l" defTabSz="914400" rtl="0" eaLnBrk="1" fontAlgn="base" latinLnBrk="0" hangingPunct="1">
              <a:lnSpc>
                <a:spcPct val="100000"/>
              </a:lnSpc>
              <a:spcBef>
                <a:spcPts val="0"/>
              </a:spcBef>
              <a:spcAft>
                <a:spcPts val="200"/>
              </a:spcAft>
              <a:buClr>
                <a:srgbClr val="59595C">
                  <a:lumMod val="50000"/>
                </a:srgbClr>
              </a:buClr>
              <a:buSzTx/>
              <a:buFont typeface="Webdings" pitchFamily="18" charset="2"/>
              <a:buNone/>
              <a:tabLst/>
              <a:defRPr/>
            </a:pPr>
            <a:r>
              <a:rPr kumimoji="0" lang="en-US" sz="1100" b="0" i="0" u="none" strike="noStrike" kern="0" cap="none" spc="0" normalizeH="0" baseline="0" noProof="0" dirty="0">
                <a:ln>
                  <a:noFill/>
                </a:ln>
                <a:solidFill>
                  <a:srgbClr val="000000"/>
                </a:solidFill>
                <a:effectLst/>
                <a:uLnTx/>
                <a:uFillTx/>
                <a:latin typeface="Calibri" pitchFamily="34" charset="0"/>
                <a:ea typeface="+mn-ea"/>
                <a:cs typeface="+mn-cs"/>
              </a:rPr>
              <a:t>The Business Diversity Department will verify information submitted.</a:t>
            </a:r>
          </a:p>
        </p:txBody>
      </p:sp>
      <p:sp>
        <p:nvSpPr>
          <p:cNvPr id="20" name="Rectangle 19">
            <a:extLst>
              <a:ext uri="{FF2B5EF4-FFF2-40B4-BE49-F238E27FC236}">
                <a16:creationId xmlns:a16="http://schemas.microsoft.com/office/drawing/2014/main" id="{4C191468-07F9-4A25-8358-A99D12D3686C}"/>
              </a:ext>
            </a:extLst>
          </p:cNvPr>
          <p:cNvSpPr/>
          <p:nvPr/>
        </p:nvSpPr>
        <p:spPr bwMode="auto">
          <a:xfrm>
            <a:off x="4220902" y="5470580"/>
            <a:ext cx="3579209" cy="45719"/>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pic>
        <p:nvPicPr>
          <p:cNvPr id="17" name="Picture 16" descr="Diagram, text&#10;&#10;Description automatically generated">
            <a:extLst>
              <a:ext uri="{FF2B5EF4-FFF2-40B4-BE49-F238E27FC236}">
                <a16:creationId xmlns:a16="http://schemas.microsoft.com/office/drawing/2014/main" id="{ED7F833A-B327-4465-8D71-FA66A30524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99421" y="5570904"/>
            <a:ext cx="1074899" cy="866585"/>
          </a:xfrm>
          <a:prstGeom prst="rect">
            <a:avLst/>
          </a:prstGeom>
        </p:spPr>
      </p:pic>
      <p:cxnSp>
        <p:nvCxnSpPr>
          <p:cNvPr id="23" name="Straight Connector 22">
            <a:extLst>
              <a:ext uri="{FF2B5EF4-FFF2-40B4-BE49-F238E27FC236}">
                <a16:creationId xmlns:a16="http://schemas.microsoft.com/office/drawing/2014/main" id="{1672B681-0171-4252-8AFB-E2C29953B0D4}"/>
              </a:ext>
            </a:extLst>
          </p:cNvPr>
          <p:cNvCxnSpPr/>
          <p:nvPr/>
        </p:nvCxnSpPr>
        <p:spPr bwMode="auto">
          <a:xfrm>
            <a:off x="5501977" y="5623272"/>
            <a:ext cx="0" cy="547329"/>
          </a:xfrm>
          <a:prstGeom prst="line">
            <a:avLst/>
          </a:prstGeom>
          <a:ln w="15875">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508421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697" y="135034"/>
            <a:ext cx="10154605" cy="623815"/>
          </a:xfrm>
        </p:spPr>
        <p:txBody>
          <a:bodyPr/>
          <a:lstStyle/>
          <a:p>
            <a:pPr algn="ctr"/>
            <a:r>
              <a:rPr lang="en-US" sz="3200" b="1" dirty="0">
                <a:solidFill>
                  <a:srgbClr val="FF8F27"/>
                </a:solidFill>
              </a:rPr>
              <a:t>Still Need Help?</a:t>
            </a:r>
          </a:p>
        </p:txBody>
      </p:sp>
      <p:sp>
        <p:nvSpPr>
          <p:cNvPr id="3" name="Slide Number Placeholder 2"/>
          <p:cNvSpPr>
            <a:spLocks noGrp="1"/>
          </p:cNvSpPr>
          <p:nvPr>
            <p:ph type="sldNum" sz="quarter" idx="10"/>
          </p:nvPr>
        </p:nvSpPr>
        <p:spPr/>
        <p:txBody>
          <a:bodyPr/>
          <a:lstStyle/>
          <a:p>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fld id="{F71C7896-8E11-4384-BFC5-C0974CDBC83D}" type="slidenum">
              <a:rPr kumimoji="0" lang="en-US" sz="1067"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ct val="20000"/>
                </a:spcBef>
                <a:spcAft>
                  <a:spcPts val="0"/>
                </a:spcAft>
                <a:buClr>
                  <a:srgbClr val="000000"/>
                </a:buClr>
                <a:buSzPct val="50000"/>
                <a:buFont typeface="Wingdings" pitchFamily="2" charset="2"/>
                <a:buNone/>
                <a:tabLst/>
                <a:defRPr/>
              </a:pPr>
              <a:t>25</a:t>
            </a:fld>
            <a:endParaRPr kumimoji="0" lang="en-US" sz="1067" b="0" i="0" u="none" strike="noStrike" kern="1200" cap="none" spc="0" normalizeH="0" baseline="0" noProof="0" dirty="0">
              <a:ln>
                <a:noFill/>
              </a:ln>
              <a:solidFill>
                <a:srgbClr val="FFFFFF"/>
              </a:solidFill>
              <a:effectLst/>
              <a:uLnTx/>
              <a:uFillTx/>
              <a:latin typeface="Segoe UI"/>
              <a:ea typeface="+mn-ea"/>
              <a:cs typeface="+mn-cs"/>
            </a:endParaRPr>
          </a:p>
        </p:txBody>
      </p:sp>
      <p:cxnSp>
        <p:nvCxnSpPr>
          <p:cNvPr id="14" name="Straight Connector 13"/>
          <p:cNvCxnSpPr/>
          <p:nvPr/>
        </p:nvCxnSpPr>
        <p:spPr>
          <a:xfrm flipV="1">
            <a:off x="306866" y="745898"/>
            <a:ext cx="11315233" cy="25901"/>
          </a:xfrm>
          <a:prstGeom prst="line">
            <a:avLst/>
          </a:prstGeom>
          <a:ln w="38100">
            <a:solidFill>
              <a:schemeClr val="bg2">
                <a:lumMod val="6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bwMode="auto">
          <a:xfrm>
            <a:off x="7243823" y="3078318"/>
            <a:ext cx="3581296" cy="344710"/>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FF8F27"/>
              </a:buClr>
              <a:buSzTx/>
              <a:buFontTx/>
              <a:buNone/>
              <a:tabLst/>
              <a:defRPr/>
            </a:pPr>
            <a:r>
              <a:rPr kumimoji="0" lang="en-US" sz="2000" b="0" i="0" u="sng" strike="noStrike" kern="0" cap="none" spc="0" normalizeH="0" baseline="0" noProof="0" dirty="0">
                <a:ln>
                  <a:noFill/>
                </a:ln>
                <a:solidFill>
                  <a:srgbClr val="0000FF"/>
                </a:solidFill>
                <a:effectLst/>
                <a:uLnTx/>
                <a:uFillTx/>
                <a:latin typeface="Segoe UI Semilight"/>
                <a:ea typeface="+mn-ea"/>
                <a:cs typeface="+mn-cs"/>
              </a:rPr>
              <a:t> </a:t>
            </a:r>
            <a:r>
              <a:rPr kumimoji="0" lang="en-US" sz="1400" b="0" i="0" u="sng" strike="noStrike" kern="0" cap="none" spc="0" normalizeH="0" baseline="0" noProof="0" dirty="0">
                <a:ln>
                  <a:noFill/>
                </a:ln>
                <a:solidFill>
                  <a:srgbClr val="0000FF"/>
                </a:solidFill>
                <a:effectLst/>
                <a:uLnTx/>
                <a:uFillTx/>
                <a:latin typeface="Segoe UI Semilight"/>
                <a:ea typeface="+mn-ea"/>
                <a:cs typeface="+mn-cs"/>
                <a:hlinkClick r:id="rId3">
                  <a:extLst>
                    <a:ext uri="{A12FA001-AC4F-418D-AE19-62706E023703}">
                      <ahyp:hlinkClr xmlns:ahyp="http://schemas.microsoft.com/office/drawing/2018/hyperlinkcolor" val="tx"/>
                    </a:ext>
                  </a:extLst>
                </a:hlinkClick>
              </a:rPr>
              <a:t>https://ntta.diversitycompliance.com/</a:t>
            </a:r>
            <a:endParaRPr kumimoji="0" lang="en-US" sz="1400" b="0" i="0" u="none" strike="noStrike" kern="0" cap="none" spc="0" normalizeH="0" baseline="0" noProof="0" dirty="0">
              <a:ln>
                <a:noFill/>
              </a:ln>
              <a:solidFill>
                <a:srgbClr val="0000FF"/>
              </a:solidFill>
              <a:effectLst/>
              <a:uLnTx/>
              <a:uFillTx/>
              <a:latin typeface="Calibri" pitchFamily="34" charset="0"/>
              <a:ea typeface="+mn-ea"/>
              <a:cs typeface="+mn-cs"/>
            </a:endParaRPr>
          </a:p>
        </p:txBody>
      </p:sp>
      <p:cxnSp>
        <p:nvCxnSpPr>
          <p:cNvPr id="10" name="Straight Connector 9"/>
          <p:cNvCxnSpPr>
            <a:cxnSpLocks/>
          </p:cNvCxnSpPr>
          <p:nvPr/>
        </p:nvCxnSpPr>
        <p:spPr bwMode="auto">
          <a:xfrm>
            <a:off x="5897927" y="1233435"/>
            <a:ext cx="0" cy="5021206"/>
          </a:xfrm>
          <a:prstGeom prst="line">
            <a:avLst/>
          </a:prstGeom>
          <a:solidFill>
            <a:schemeClr val="accent1"/>
          </a:solidFill>
          <a:ln w="31750" cap="flat" cmpd="sng" algn="ctr">
            <a:solidFill>
              <a:srgbClr val="FF8F27"/>
            </a:solidFill>
            <a:prstDash val="solid"/>
            <a:miter lim="800000"/>
            <a:headEnd type="none" w="med" len="med"/>
            <a:tailEnd type="none" w="med" len="med"/>
          </a:ln>
          <a:effectLst/>
        </p:spPr>
      </p:cxnSp>
      <p:sp>
        <p:nvSpPr>
          <p:cNvPr id="19" name="TextBox 18"/>
          <p:cNvSpPr txBox="1"/>
          <p:nvPr/>
        </p:nvSpPr>
        <p:spPr bwMode="auto">
          <a:xfrm>
            <a:off x="1443611" y="2904942"/>
            <a:ext cx="2995546" cy="344710"/>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FF8F27"/>
              </a:buClr>
              <a:buSzTx/>
              <a:buFontTx/>
              <a:buNone/>
              <a:tabLst/>
              <a:defRPr/>
            </a:pPr>
            <a:r>
              <a:rPr kumimoji="0" lang="en-US" sz="16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Email:</a:t>
            </a:r>
            <a:r>
              <a:rPr kumimoji="0" lang="en-US" sz="20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 </a:t>
            </a:r>
            <a:r>
              <a:rPr kumimoji="0" lang="en-US" sz="1400" b="0" i="0" u="sng" strike="noStrike" kern="1200" cap="none" spc="0" normalizeH="0" baseline="0" noProof="0" dirty="0">
                <a:ln>
                  <a:noFill/>
                </a:ln>
                <a:solidFill>
                  <a:srgbClr val="0000FF"/>
                </a:solidFill>
                <a:effectLst/>
                <a:uLnTx/>
                <a:uFillTx/>
                <a:latin typeface="Segoe UI Semilight"/>
                <a:ea typeface="+mn-ea"/>
                <a:cs typeface="+mn-cs"/>
              </a:rPr>
              <a:t>businessdiversity@ntta.org</a:t>
            </a:r>
            <a:endParaRPr kumimoji="0" lang="en-US" sz="1400" b="0" i="0" u="none" strike="noStrike" kern="0" cap="none" spc="0" normalizeH="0" baseline="0" noProof="0" dirty="0">
              <a:ln>
                <a:noFill/>
              </a:ln>
              <a:solidFill>
                <a:srgbClr val="000000"/>
              </a:solidFill>
              <a:effectLst/>
              <a:uLnTx/>
              <a:uFillTx/>
              <a:latin typeface="Calibri" pitchFamily="34" charset="0"/>
              <a:ea typeface="+mn-ea"/>
              <a:cs typeface="+mn-cs"/>
            </a:endParaRPr>
          </a:p>
        </p:txBody>
      </p:sp>
      <p:sp>
        <p:nvSpPr>
          <p:cNvPr id="9" name="TextBox 8">
            <a:extLst>
              <a:ext uri="{FF2B5EF4-FFF2-40B4-BE49-F238E27FC236}">
                <a16:creationId xmlns:a16="http://schemas.microsoft.com/office/drawing/2014/main" id="{D40DD686-9AC1-48E1-846C-525752764B90}"/>
              </a:ext>
            </a:extLst>
          </p:cNvPr>
          <p:cNvSpPr txBox="1"/>
          <p:nvPr/>
        </p:nvSpPr>
        <p:spPr bwMode="auto">
          <a:xfrm>
            <a:off x="1347695" y="2469310"/>
            <a:ext cx="3091462" cy="4062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ctr"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FF8F27"/>
                </a:solidFill>
                <a:effectLst/>
                <a:uLnTx/>
                <a:uFillTx/>
                <a:latin typeface="Calibri" pitchFamily="34" charset="0"/>
                <a:ea typeface="+mn-ea"/>
                <a:cs typeface="+mn-cs"/>
              </a:rPr>
              <a:t>D/M/WBE questions?</a:t>
            </a:r>
          </a:p>
        </p:txBody>
      </p:sp>
      <p:sp>
        <p:nvSpPr>
          <p:cNvPr id="20" name="TextBox 19">
            <a:extLst>
              <a:ext uri="{FF2B5EF4-FFF2-40B4-BE49-F238E27FC236}">
                <a16:creationId xmlns:a16="http://schemas.microsoft.com/office/drawing/2014/main" id="{F21FFADD-8447-4E07-BC9B-1305205928B9}"/>
              </a:ext>
            </a:extLst>
          </p:cNvPr>
          <p:cNvSpPr txBox="1"/>
          <p:nvPr/>
        </p:nvSpPr>
        <p:spPr bwMode="auto">
          <a:xfrm>
            <a:off x="7352564" y="2469310"/>
            <a:ext cx="3091462" cy="4062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ctr"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FF8F27"/>
                </a:solidFill>
                <a:effectLst/>
                <a:uLnTx/>
                <a:uFillTx/>
                <a:latin typeface="Calibri" pitchFamily="34" charset="0"/>
                <a:ea typeface="+mn-ea"/>
                <a:cs typeface="+mn-cs"/>
              </a:rPr>
              <a:t>Request for DMWBE List</a:t>
            </a:r>
          </a:p>
        </p:txBody>
      </p:sp>
      <p:pic>
        <p:nvPicPr>
          <p:cNvPr id="8" name="Picture 7">
            <a:extLst>
              <a:ext uri="{FF2B5EF4-FFF2-40B4-BE49-F238E27FC236}">
                <a16:creationId xmlns:a16="http://schemas.microsoft.com/office/drawing/2014/main" id="{1B5296D6-64DD-4DFC-B490-994FFAD00633}"/>
              </a:ext>
            </a:extLst>
          </p:cNvPr>
          <p:cNvPicPr>
            <a:picLocks noChangeAspect="1"/>
          </p:cNvPicPr>
          <p:nvPr/>
        </p:nvPicPr>
        <p:blipFill>
          <a:blip r:embed="rId4"/>
          <a:stretch>
            <a:fillRect/>
          </a:stretch>
        </p:blipFill>
        <p:spPr>
          <a:xfrm>
            <a:off x="1905877" y="842408"/>
            <a:ext cx="1508921" cy="1404135"/>
          </a:xfrm>
          <a:prstGeom prst="rect">
            <a:avLst/>
          </a:prstGeom>
          <a:effectLst/>
          <a:scene3d>
            <a:camera prst="orthographicFront"/>
            <a:lightRig rig="threePt" dir="t"/>
          </a:scene3d>
          <a:sp3d extrusionH="69850"/>
        </p:spPr>
      </p:pic>
      <p:cxnSp>
        <p:nvCxnSpPr>
          <p:cNvPr id="21" name="Straight Connector 20">
            <a:extLst>
              <a:ext uri="{FF2B5EF4-FFF2-40B4-BE49-F238E27FC236}">
                <a16:creationId xmlns:a16="http://schemas.microsoft.com/office/drawing/2014/main" id="{130E5510-9A57-4EC6-AB71-7F88103CBC67}"/>
              </a:ext>
            </a:extLst>
          </p:cNvPr>
          <p:cNvCxnSpPr>
            <a:cxnSpLocks/>
          </p:cNvCxnSpPr>
          <p:nvPr/>
        </p:nvCxnSpPr>
        <p:spPr bwMode="auto">
          <a:xfrm>
            <a:off x="538966" y="3587988"/>
            <a:ext cx="11178721" cy="0"/>
          </a:xfrm>
          <a:prstGeom prst="line">
            <a:avLst/>
          </a:prstGeom>
          <a:solidFill>
            <a:schemeClr val="accent1"/>
          </a:solidFill>
          <a:ln w="31750" cap="flat" cmpd="sng" algn="ctr">
            <a:solidFill>
              <a:srgbClr val="FF8F27"/>
            </a:solidFill>
            <a:prstDash val="solid"/>
            <a:miter lim="800000"/>
            <a:headEnd type="none" w="med" len="med"/>
            <a:tailEnd type="none" w="med" len="med"/>
          </a:ln>
          <a:effectLst/>
        </p:spPr>
      </p:cxnSp>
      <p:sp>
        <p:nvSpPr>
          <p:cNvPr id="26" name="TextBox 25">
            <a:extLst>
              <a:ext uri="{FF2B5EF4-FFF2-40B4-BE49-F238E27FC236}">
                <a16:creationId xmlns:a16="http://schemas.microsoft.com/office/drawing/2014/main" id="{86011246-FB6A-49D8-9EF3-D14AD6A7AF7D}"/>
              </a:ext>
            </a:extLst>
          </p:cNvPr>
          <p:cNvSpPr txBox="1"/>
          <p:nvPr/>
        </p:nvSpPr>
        <p:spPr bwMode="auto">
          <a:xfrm>
            <a:off x="6697331" y="2796351"/>
            <a:ext cx="4674280" cy="369332"/>
          </a:xfrm>
          <a:prstGeom prst="rect">
            <a:avLst/>
          </a:prstGeom>
          <a:noFill/>
          <a:ln w="9525">
            <a:noFill/>
            <a:miter lim="800000"/>
            <a:headEnd/>
            <a:tailEnd/>
          </a:ln>
          <a:effectLst/>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8F27"/>
              </a:buClr>
              <a:buSzTx/>
              <a:buFontTx/>
              <a:buNone/>
              <a:tabLst/>
              <a:defRPr/>
            </a:pPr>
            <a:r>
              <a:rPr kumimoji="0" lang="en-US" sz="1800" b="0" i="0" u="none" strike="noStrike" kern="1200" cap="none" spc="0" normalizeH="0" baseline="0" noProof="0" dirty="0">
                <a:ln>
                  <a:noFill/>
                </a:ln>
                <a:solidFill>
                  <a:srgbClr val="000000">
                    <a:lumMod val="75000"/>
                    <a:lumOff val="25000"/>
                  </a:srgbClr>
                </a:solidFill>
                <a:effectLst/>
                <a:uLnTx/>
                <a:uFillTx/>
                <a:latin typeface="Segoe UI Semilight"/>
                <a:ea typeface="+mn-ea"/>
                <a:cs typeface="Arial" pitchFamily="34" charset="0"/>
              </a:rPr>
              <a:t>D/M/</a:t>
            </a:r>
            <a:r>
              <a:rPr kumimoji="0" lang="en-US" sz="1800" b="0" i="0" u="none" strike="noStrike" kern="1200" cap="none" spc="0" normalizeH="0" baseline="0" noProof="0" dirty="0">
                <a:ln>
                  <a:noFill/>
                </a:ln>
                <a:solidFill>
                  <a:srgbClr val="000000"/>
                </a:solidFill>
                <a:effectLst/>
                <a:uLnTx/>
                <a:uFillTx/>
                <a:latin typeface="Segoe UI Semilight"/>
                <a:ea typeface="+mn-ea"/>
                <a:cs typeface="+mn-cs"/>
              </a:rPr>
              <a:t>WBE List (maintained by a third party)</a:t>
            </a:r>
          </a:p>
        </p:txBody>
      </p:sp>
      <p:pic>
        <p:nvPicPr>
          <p:cNvPr id="28" name="Picture 27">
            <a:extLst>
              <a:ext uri="{FF2B5EF4-FFF2-40B4-BE49-F238E27FC236}">
                <a16:creationId xmlns:a16="http://schemas.microsoft.com/office/drawing/2014/main" id="{04A1AE2B-FFA2-4C93-973E-CCD0E1B8FF9F}"/>
              </a:ext>
            </a:extLst>
          </p:cNvPr>
          <p:cNvPicPr>
            <a:picLocks noChangeAspect="1"/>
          </p:cNvPicPr>
          <p:nvPr/>
        </p:nvPicPr>
        <p:blipFill>
          <a:blip r:embed="rId5"/>
          <a:stretch>
            <a:fillRect/>
          </a:stretch>
        </p:blipFill>
        <p:spPr>
          <a:xfrm>
            <a:off x="1823713" y="3744038"/>
            <a:ext cx="2052478" cy="1541240"/>
          </a:xfrm>
          <a:prstGeom prst="rect">
            <a:avLst/>
          </a:prstGeom>
        </p:spPr>
      </p:pic>
      <p:sp>
        <p:nvSpPr>
          <p:cNvPr id="29" name="TextBox 28">
            <a:extLst>
              <a:ext uri="{FF2B5EF4-FFF2-40B4-BE49-F238E27FC236}">
                <a16:creationId xmlns:a16="http://schemas.microsoft.com/office/drawing/2014/main" id="{86DEF39C-CD1D-40A8-97E6-A080A8E8E4CE}"/>
              </a:ext>
            </a:extLst>
          </p:cNvPr>
          <p:cNvSpPr txBox="1"/>
          <p:nvPr/>
        </p:nvSpPr>
        <p:spPr bwMode="auto">
          <a:xfrm>
            <a:off x="455899" y="5321574"/>
            <a:ext cx="5238739" cy="406265"/>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ctr"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FF8F27"/>
                </a:solidFill>
                <a:effectLst/>
                <a:uLnTx/>
                <a:uFillTx/>
                <a:latin typeface="Calibri" pitchFamily="34" charset="0"/>
                <a:ea typeface="+mn-ea"/>
                <a:cs typeface="+mn-cs"/>
              </a:rPr>
              <a:t>D/M/WBE Compliance Reporting Forms</a:t>
            </a:r>
          </a:p>
        </p:txBody>
      </p:sp>
      <p:sp>
        <p:nvSpPr>
          <p:cNvPr id="32" name="TextBox 31">
            <a:extLst>
              <a:ext uri="{FF2B5EF4-FFF2-40B4-BE49-F238E27FC236}">
                <a16:creationId xmlns:a16="http://schemas.microsoft.com/office/drawing/2014/main" id="{F118FDF5-B9A7-4CB8-9E42-459F3AF81721}"/>
              </a:ext>
            </a:extLst>
          </p:cNvPr>
          <p:cNvSpPr txBox="1"/>
          <p:nvPr/>
        </p:nvSpPr>
        <p:spPr bwMode="auto">
          <a:xfrm>
            <a:off x="678069" y="5754356"/>
            <a:ext cx="4967145" cy="307777"/>
          </a:xfrm>
          <a:prstGeom prst="rect">
            <a:avLst/>
          </a:prstGeom>
          <a:noFill/>
          <a:ln w="9525">
            <a:noFill/>
            <a:miter lim="800000"/>
            <a:headEnd/>
            <a:tailEnd/>
          </a:ln>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FF"/>
                </a:solidFill>
                <a:effectLst/>
                <a:uLnTx/>
                <a:uFillTx/>
                <a:latin typeface="Segoe UI Semilight"/>
                <a:ea typeface="+mn-ea"/>
                <a:cs typeface="+mn-cs"/>
                <a:hlinkClick r:id="rId6">
                  <a:extLst>
                    <a:ext uri="{A12FA001-AC4F-418D-AE19-62706E023703}">
                      <ahyp:hlinkClr xmlns:ahyp="http://schemas.microsoft.com/office/drawing/2018/hyperlinkcolor" val="tx"/>
                    </a:ext>
                  </a:extLst>
                </a:hlinkClick>
              </a:rPr>
              <a:t>https://www.ntta.org/procurement/business-diversity</a:t>
            </a:r>
            <a:r>
              <a:rPr kumimoji="0" lang="en-US" sz="1400" b="0" i="0" u="none" strike="noStrike" kern="1200" cap="none" spc="0" normalizeH="0" baseline="0" noProof="0" dirty="0">
                <a:ln>
                  <a:noFill/>
                </a:ln>
                <a:solidFill>
                  <a:srgbClr val="0000FF"/>
                </a:solidFill>
                <a:effectLst/>
                <a:uLnTx/>
                <a:uFillTx/>
                <a:latin typeface="Segoe UI Semilight"/>
                <a:ea typeface="+mn-ea"/>
                <a:cs typeface="+mn-cs"/>
              </a:rPr>
              <a:t> </a:t>
            </a:r>
          </a:p>
        </p:txBody>
      </p:sp>
      <p:sp>
        <p:nvSpPr>
          <p:cNvPr id="34" name="TextBox 33">
            <a:extLst>
              <a:ext uri="{FF2B5EF4-FFF2-40B4-BE49-F238E27FC236}">
                <a16:creationId xmlns:a16="http://schemas.microsoft.com/office/drawing/2014/main" id="{BD92CAC3-887E-41E7-82FB-FA2DB36F6BF0}"/>
              </a:ext>
            </a:extLst>
          </p:cNvPr>
          <p:cNvSpPr txBox="1"/>
          <p:nvPr/>
        </p:nvSpPr>
        <p:spPr bwMode="auto">
          <a:xfrm>
            <a:off x="6317615" y="5094354"/>
            <a:ext cx="5433712" cy="775597"/>
          </a:xfrm>
          <a:prstGeom prst="rect">
            <a:avLst/>
          </a:prstGeom>
          <a:noFill/>
          <a:ln w="9525">
            <a:noFill/>
            <a:miter lim="800000"/>
            <a:headEnd/>
            <a:tailEnd/>
          </a:ln>
          <a:effectLst/>
        </p:spPr>
        <p:txBody>
          <a:bodyPr vert="horz" wrap="square" lIns="18288" tIns="18288" rIns="18288" bIns="18288" numCol="1" rtlCol="0" anchor="t" anchorCtr="0" compatLnSpc="1">
            <a:prstTxWarp prst="textNoShape">
              <a:avLst/>
            </a:prstTxWarp>
            <a:spAutoFit/>
          </a:bodyPr>
          <a:lstStyle/>
          <a:p>
            <a:pPr marL="0" marR="0" lvl="0" indent="0" algn="ctr" defTabSz="914400" rtl="0" eaLnBrk="1" fontAlgn="base" latinLnBrk="0" hangingPunct="1">
              <a:lnSpc>
                <a:spcPct val="100000"/>
              </a:lnSpc>
              <a:spcBef>
                <a:spcPts val="300"/>
              </a:spcBef>
              <a:spcAft>
                <a:spcPts val="400"/>
              </a:spcAft>
              <a:buClr>
                <a:srgbClr val="59595C">
                  <a:lumMod val="50000"/>
                </a:srgbClr>
              </a:buClr>
              <a:buSzTx/>
              <a:buFont typeface="Webdings" pitchFamily="18" charset="2"/>
              <a:buNone/>
              <a:tabLst/>
              <a:defRPr/>
            </a:pPr>
            <a:r>
              <a:rPr kumimoji="0" lang="en-US" sz="2400" b="0" i="0" u="none" strike="noStrike" kern="0" cap="none" spc="0" normalizeH="0" baseline="0" noProof="0" dirty="0">
                <a:ln>
                  <a:noFill/>
                </a:ln>
                <a:solidFill>
                  <a:srgbClr val="FF8F27"/>
                </a:solidFill>
                <a:effectLst/>
                <a:uLnTx/>
                <a:uFillTx/>
                <a:latin typeface="Calibri" pitchFamily="34" charset="0"/>
                <a:ea typeface="+mn-ea"/>
                <a:cs typeface="+mn-cs"/>
              </a:rPr>
              <a:t>Business Diversity Contracting &amp; Compliance Manual</a:t>
            </a:r>
          </a:p>
        </p:txBody>
      </p:sp>
      <p:sp>
        <p:nvSpPr>
          <p:cNvPr id="35" name="TextBox 34">
            <a:extLst>
              <a:ext uri="{FF2B5EF4-FFF2-40B4-BE49-F238E27FC236}">
                <a16:creationId xmlns:a16="http://schemas.microsoft.com/office/drawing/2014/main" id="{FCEB558D-2CA5-410C-ADF2-73E02DC80CB2}"/>
              </a:ext>
            </a:extLst>
          </p:cNvPr>
          <p:cNvSpPr txBox="1"/>
          <p:nvPr/>
        </p:nvSpPr>
        <p:spPr bwMode="auto">
          <a:xfrm>
            <a:off x="6128324" y="5754356"/>
            <a:ext cx="6106113" cy="523220"/>
          </a:xfrm>
          <a:prstGeom prst="rect">
            <a:avLst/>
          </a:prstGeom>
          <a:noFill/>
          <a:ln w="9525">
            <a:noFill/>
            <a:miter lim="800000"/>
            <a:headEnd/>
            <a:tailEnd/>
          </a:ln>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FF"/>
                </a:solidFill>
                <a:effectLst/>
                <a:uLnTx/>
                <a:uFillTx/>
                <a:latin typeface="Segoe UI Semilight"/>
                <a:ea typeface="+mn-ea"/>
                <a:cs typeface="+mn-cs"/>
                <a:hlinkClick r:id="rId7">
                  <a:extLst>
                    <a:ext uri="{A12FA001-AC4F-418D-AE19-62706E023703}">
                      <ahyp:hlinkClr xmlns:ahyp="http://schemas.microsoft.com/office/drawing/2018/hyperlinkcolor" val="tx"/>
                    </a:ext>
                  </a:extLst>
                </a:hlinkClick>
              </a:rPr>
              <a:t>https://www.ntta.org/procurement/busdiv/complianceandresources/Documents/2019/BusinessDiversityDepartmentContractingComplianceManual.pdf</a:t>
            </a:r>
            <a:endParaRPr kumimoji="0" lang="en-US" sz="1400" b="0" i="0" u="none" strike="noStrike" kern="1200" cap="none" spc="0" normalizeH="0" baseline="0" noProof="0" dirty="0">
              <a:ln>
                <a:noFill/>
              </a:ln>
              <a:solidFill>
                <a:srgbClr val="0000FF"/>
              </a:solidFill>
              <a:effectLst/>
              <a:uLnTx/>
              <a:uFillTx/>
              <a:latin typeface="Segoe UI Semilight"/>
              <a:ea typeface="+mn-ea"/>
              <a:cs typeface="+mn-cs"/>
            </a:endParaRPr>
          </a:p>
        </p:txBody>
      </p:sp>
      <p:pic>
        <p:nvPicPr>
          <p:cNvPr id="37" name="Picture 36">
            <a:extLst>
              <a:ext uri="{FF2B5EF4-FFF2-40B4-BE49-F238E27FC236}">
                <a16:creationId xmlns:a16="http://schemas.microsoft.com/office/drawing/2014/main" id="{0D74F24A-EE55-4FEE-A315-37EBC8CE8600}"/>
              </a:ext>
            </a:extLst>
          </p:cNvPr>
          <p:cNvPicPr>
            <a:picLocks noChangeAspect="1"/>
          </p:cNvPicPr>
          <p:nvPr/>
        </p:nvPicPr>
        <p:blipFill>
          <a:blip r:embed="rId8"/>
          <a:stretch>
            <a:fillRect/>
          </a:stretch>
        </p:blipFill>
        <p:spPr>
          <a:xfrm>
            <a:off x="8138906" y="3695633"/>
            <a:ext cx="1518778" cy="1471387"/>
          </a:xfrm>
          <a:prstGeom prst="rect">
            <a:avLst/>
          </a:prstGeom>
        </p:spPr>
      </p:pic>
      <p:pic>
        <p:nvPicPr>
          <p:cNvPr id="40" name="Picture 39">
            <a:extLst>
              <a:ext uri="{FF2B5EF4-FFF2-40B4-BE49-F238E27FC236}">
                <a16:creationId xmlns:a16="http://schemas.microsoft.com/office/drawing/2014/main" id="{0DD10574-4207-4289-86E2-A2970F7B7BE2}"/>
              </a:ext>
            </a:extLst>
          </p:cNvPr>
          <p:cNvPicPr>
            <a:picLocks noChangeAspect="1"/>
          </p:cNvPicPr>
          <p:nvPr/>
        </p:nvPicPr>
        <p:blipFill>
          <a:blip r:embed="rId9"/>
          <a:stretch>
            <a:fillRect/>
          </a:stretch>
        </p:blipFill>
        <p:spPr>
          <a:xfrm>
            <a:off x="7925244" y="785582"/>
            <a:ext cx="1635525" cy="1753646"/>
          </a:xfrm>
          <a:prstGeom prst="rect">
            <a:avLst/>
          </a:prstGeom>
        </p:spPr>
      </p:pic>
    </p:spTree>
    <p:extLst>
      <p:ext uri="{BB962C8B-B14F-4D97-AF65-F5344CB8AC3E}">
        <p14:creationId xmlns:p14="http://schemas.microsoft.com/office/powerpoint/2010/main" val="2370671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60275" y="2166174"/>
            <a:ext cx="4883856" cy="1167607"/>
          </a:xfrm>
        </p:spPr>
        <p:txBody>
          <a:bodyPr/>
          <a:lstStyle/>
          <a:p>
            <a:r>
              <a:rPr lang="en-US" b="1" dirty="0"/>
              <a:t>SCOPE OF WORK </a:t>
            </a:r>
          </a:p>
        </p:txBody>
      </p:sp>
    </p:spTree>
    <p:extLst>
      <p:ext uri="{BB962C8B-B14F-4D97-AF65-F5344CB8AC3E}">
        <p14:creationId xmlns:p14="http://schemas.microsoft.com/office/powerpoint/2010/main" val="3104380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245272" y="1260303"/>
            <a:ext cx="11472672" cy="4580739"/>
          </a:xfrm>
        </p:spPr>
        <p:txBody>
          <a:bodyPr/>
          <a:lstStyle/>
          <a:p>
            <a:r>
              <a:rPr lang="en-US" sz="2400" dirty="0"/>
              <a:t>The North Texas Tollway Authority Maintenance Department is seeking to contract for facility janitorial services at four (4) occupied buildings and five (5) single use restroom facilities. </a:t>
            </a:r>
          </a:p>
          <a:p>
            <a:pPr marL="569902" lvl="1" indent="-342900"/>
            <a:r>
              <a:rPr lang="en-US" sz="2400" dirty="0"/>
              <a:t>All cleaning supplies and equipment required for cleaning shall be included in the base price for cleaning. </a:t>
            </a:r>
          </a:p>
          <a:p>
            <a:pPr marL="569902" lvl="1" indent="-342900"/>
            <a:endParaRPr lang="en-US" sz="2400" dirty="0"/>
          </a:p>
          <a:p>
            <a:pPr marL="569902" lvl="1" indent="-342900"/>
            <a:r>
              <a:rPr lang="en-US" sz="2400" dirty="0"/>
              <a:t>Personnel are required to be appropriately dressed at all times while working on the property, including OSHA required personal protective equipment. </a:t>
            </a:r>
          </a:p>
          <a:p>
            <a:pPr marL="569902" lvl="1" indent="-342900"/>
            <a:endParaRPr lang="en-US" sz="2400" dirty="0"/>
          </a:p>
          <a:p>
            <a:pPr marL="569902" lvl="1" indent="-342900"/>
            <a:r>
              <a:rPr lang="en-US" sz="2400" dirty="0"/>
              <a:t>Qualified bidders must have sufficient local operations to support the desired service levels at all sites included in this solicitation.</a:t>
            </a:r>
          </a:p>
        </p:txBody>
      </p:sp>
      <p:sp>
        <p:nvSpPr>
          <p:cNvPr id="4" name="Title 3"/>
          <p:cNvSpPr>
            <a:spLocks noGrp="1"/>
          </p:cNvSpPr>
          <p:nvPr>
            <p:ph type="title"/>
          </p:nvPr>
        </p:nvSpPr>
        <p:spPr/>
        <p:txBody>
          <a:bodyPr/>
          <a:lstStyle/>
          <a:p>
            <a:r>
              <a:rPr lang="en-US" sz="3200" b="1" dirty="0"/>
              <a:t>Scope of Work</a:t>
            </a:r>
          </a:p>
        </p:txBody>
      </p:sp>
      <p:cxnSp>
        <p:nvCxnSpPr>
          <p:cNvPr id="6" name="Straight Connector 5"/>
          <p:cNvCxnSpPr/>
          <p:nvPr/>
        </p:nvCxnSpPr>
        <p:spPr>
          <a:xfrm flipV="1">
            <a:off x="245272" y="950633"/>
            <a:ext cx="11542663" cy="8573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5" name="Slide Number Placeholder 4"/>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27</a:t>
            </a:fld>
            <a:endParaRPr lang="en-US" dirty="0">
              <a:solidFill>
                <a:srgbClr val="FFFFFF"/>
              </a:solidFill>
            </a:endParaRPr>
          </a:p>
        </p:txBody>
      </p:sp>
    </p:spTree>
    <p:extLst>
      <p:ext uri="{BB962C8B-B14F-4D97-AF65-F5344CB8AC3E}">
        <p14:creationId xmlns:p14="http://schemas.microsoft.com/office/powerpoint/2010/main" val="426216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245272" y="1260303"/>
            <a:ext cx="11472672" cy="5129607"/>
          </a:xfrm>
        </p:spPr>
        <p:txBody>
          <a:bodyPr/>
          <a:lstStyle/>
          <a:p>
            <a:pPr marL="342900" indent="-342900">
              <a:buFont typeface="Arial" panose="020B0604020202020204" pitchFamily="34" charset="0"/>
              <a:buChar char="•"/>
            </a:pPr>
            <a:r>
              <a:rPr lang="en-US" sz="2400" dirty="0"/>
              <a:t>The MLP 3 Office Complex at 2803 Dallas Parkway, Plano, Texas 75093 a one-story building with Mezzanine, and tunnel cleanable square footage of 7,083 square feet.</a:t>
            </a:r>
          </a:p>
          <a:p>
            <a:r>
              <a:rPr lang="en-US" sz="2400" dirty="0"/>
              <a:t> </a:t>
            </a:r>
          </a:p>
          <a:p>
            <a:pPr marL="342900" indent="-342900">
              <a:buFont typeface="Arial" panose="020B0604020202020204" pitchFamily="34" charset="0"/>
              <a:buChar char="•"/>
            </a:pPr>
            <a:r>
              <a:rPr lang="en-US" sz="2400" dirty="0"/>
              <a:t>The MLP 4 Office Complex at 10350 Dallas Parkway, Frisco, Texas 75034 a one-story building with cleanable square footage of 3,045 square feet. </a:t>
            </a:r>
          </a:p>
          <a:p>
            <a:endParaRPr lang="en-US" sz="2400" dirty="0"/>
          </a:p>
          <a:p>
            <a:pPr marL="342900" indent="-342900">
              <a:buFont typeface="Arial" panose="020B0604020202020204" pitchFamily="34" charset="0"/>
              <a:buChar char="•"/>
            </a:pPr>
            <a:r>
              <a:rPr lang="en-US" sz="2400" dirty="0"/>
              <a:t>The Frisco Operations Center (FOC) located at 11110 Research Road, Frisco, Texas 75033 with cleanable square footage of 10,846 square feet. </a:t>
            </a:r>
          </a:p>
          <a:p>
            <a:endParaRPr lang="en-US" sz="2400" dirty="0"/>
          </a:p>
          <a:p>
            <a:pPr marL="342900" indent="-342900">
              <a:buFont typeface="Arial" panose="020B0604020202020204" pitchFamily="34" charset="0"/>
              <a:buChar char="•"/>
            </a:pPr>
            <a:r>
              <a:rPr lang="en-US" sz="2400" dirty="0"/>
              <a:t>The Plano Maintenance Center located at 1080 Ohio Drive, Plano, Texas 75093 with a cleanable square footage of 17,393 square feet.</a:t>
            </a:r>
          </a:p>
          <a:p>
            <a:endParaRPr lang="en-US" sz="2400" dirty="0"/>
          </a:p>
        </p:txBody>
      </p:sp>
      <p:sp>
        <p:nvSpPr>
          <p:cNvPr id="4" name="Title 3"/>
          <p:cNvSpPr>
            <a:spLocks noGrp="1"/>
          </p:cNvSpPr>
          <p:nvPr>
            <p:ph type="title"/>
          </p:nvPr>
        </p:nvSpPr>
        <p:spPr/>
        <p:txBody>
          <a:bodyPr/>
          <a:lstStyle/>
          <a:p>
            <a:r>
              <a:rPr lang="en-US" sz="3200" b="1" dirty="0"/>
              <a:t>Scope of Work</a:t>
            </a:r>
          </a:p>
        </p:txBody>
      </p:sp>
      <p:cxnSp>
        <p:nvCxnSpPr>
          <p:cNvPr id="6" name="Straight Connector 5"/>
          <p:cNvCxnSpPr/>
          <p:nvPr/>
        </p:nvCxnSpPr>
        <p:spPr>
          <a:xfrm flipV="1">
            <a:off x="245272" y="950633"/>
            <a:ext cx="11542663" cy="8573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5" name="Slide Number Placeholder 4"/>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28</a:t>
            </a:fld>
            <a:endParaRPr lang="en-US" dirty="0">
              <a:solidFill>
                <a:srgbClr val="FFFFFF"/>
              </a:solidFill>
            </a:endParaRPr>
          </a:p>
        </p:txBody>
      </p:sp>
    </p:spTree>
    <p:extLst>
      <p:ext uri="{BB962C8B-B14F-4D97-AF65-F5344CB8AC3E}">
        <p14:creationId xmlns:p14="http://schemas.microsoft.com/office/powerpoint/2010/main" val="195361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245272" y="1260303"/>
            <a:ext cx="11472672" cy="4760275"/>
          </a:xfrm>
        </p:spPr>
        <p:txBody>
          <a:bodyPr/>
          <a:lstStyle/>
          <a:p>
            <a:r>
              <a:rPr lang="en-US" sz="2400" dirty="0"/>
              <a:t>The five single use restroom facilities are located across the metroplex. Each location is a controlled access single person restroom facility. The size of these locations ranges but each is approximately 100 square feet.</a:t>
            </a:r>
          </a:p>
          <a:p>
            <a:endParaRPr lang="en-US" sz="2400" dirty="0"/>
          </a:p>
          <a:p>
            <a:pPr lvl="1"/>
            <a:r>
              <a:rPr lang="en-US" sz="2400" dirty="0"/>
              <a:t>Sam Rayburn Tollway at I35E – 851 Texas 121, Lewisville, TX 75067</a:t>
            </a:r>
          </a:p>
          <a:p>
            <a:pPr lvl="1"/>
            <a:r>
              <a:rPr lang="en-US" sz="2400" dirty="0"/>
              <a:t>Sam Rayburn Tollway at Dallas North Tollway – 1601 Dallas Parkway, Frisco, TX 75034</a:t>
            </a:r>
          </a:p>
          <a:p>
            <a:pPr lvl="1"/>
            <a:r>
              <a:rPr lang="en-US" sz="2400" dirty="0"/>
              <a:t>Sam Rayburn Tollway at Exchange Parkway – 8400 State Hwy 121 S., McKinney, TX 75070</a:t>
            </a:r>
          </a:p>
          <a:p>
            <a:pPr lvl="1"/>
            <a:r>
              <a:rPr lang="en-US" sz="2400" dirty="0"/>
              <a:t>Dallas North Tollway MLP2 – 15909A Dallas Parkway, Addison, TX 75001</a:t>
            </a:r>
          </a:p>
          <a:p>
            <a:pPr lvl="1"/>
            <a:r>
              <a:rPr lang="en-US" sz="2400" dirty="0"/>
              <a:t>Addison Airport Toll Tunnel – 4140 Keller Springs Road, Addison, TX 75001</a:t>
            </a:r>
          </a:p>
          <a:p>
            <a:endParaRPr lang="en-US" sz="2400" dirty="0"/>
          </a:p>
        </p:txBody>
      </p:sp>
      <p:sp>
        <p:nvSpPr>
          <p:cNvPr id="4" name="Title 3"/>
          <p:cNvSpPr>
            <a:spLocks noGrp="1"/>
          </p:cNvSpPr>
          <p:nvPr>
            <p:ph type="title"/>
          </p:nvPr>
        </p:nvSpPr>
        <p:spPr/>
        <p:txBody>
          <a:bodyPr/>
          <a:lstStyle/>
          <a:p>
            <a:r>
              <a:rPr lang="en-US" sz="3200" b="1" dirty="0"/>
              <a:t>Scope of Work</a:t>
            </a:r>
          </a:p>
        </p:txBody>
      </p:sp>
      <p:cxnSp>
        <p:nvCxnSpPr>
          <p:cNvPr id="6" name="Straight Connector 5"/>
          <p:cNvCxnSpPr/>
          <p:nvPr/>
        </p:nvCxnSpPr>
        <p:spPr>
          <a:xfrm flipV="1">
            <a:off x="245272" y="950633"/>
            <a:ext cx="11542663" cy="85731"/>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5" name="Slide Number Placeholder 4"/>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29</a:t>
            </a:fld>
            <a:endParaRPr lang="en-US" dirty="0">
              <a:solidFill>
                <a:srgbClr val="FFFFFF"/>
              </a:solidFill>
            </a:endParaRPr>
          </a:p>
        </p:txBody>
      </p:sp>
    </p:spTree>
    <p:extLst>
      <p:ext uri="{BB962C8B-B14F-4D97-AF65-F5344CB8AC3E}">
        <p14:creationId xmlns:p14="http://schemas.microsoft.com/office/powerpoint/2010/main" val="326491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60275" y="2166174"/>
            <a:ext cx="4883856" cy="1167607"/>
          </a:xfrm>
        </p:spPr>
        <p:txBody>
          <a:bodyPr/>
          <a:lstStyle/>
          <a:p>
            <a:r>
              <a:rPr lang="en-US" b="1" dirty="0"/>
              <a:t>KEY DATES</a:t>
            </a:r>
          </a:p>
        </p:txBody>
      </p:sp>
    </p:spTree>
    <p:extLst>
      <p:ext uri="{BB962C8B-B14F-4D97-AF65-F5344CB8AC3E}">
        <p14:creationId xmlns:p14="http://schemas.microsoft.com/office/powerpoint/2010/main" val="185983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74"/>
          <p:cNvGrpSpPr/>
          <p:nvPr/>
        </p:nvGrpSpPr>
        <p:grpSpPr>
          <a:xfrm>
            <a:off x="1152177" y="3121068"/>
            <a:ext cx="10273440" cy="1138952"/>
            <a:chOff x="2229710" y="1219200"/>
            <a:chExt cx="8051418" cy="1465388"/>
          </a:xfrm>
        </p:grpSpPr>
        <p:grpSp>
          <p:nvGrpSpPr>
            <p:cNvPr id="20" name="Group 16"/>
            <p:cNvGrpSpPr/>
            <p:nvPr/>
          </p:nvGrpSpPr>
          <p:grpSpPr>
            <a:xfrm>
              <a:off x="8622414" y="1219200"/>
              <a:ext cx="1658714" cy="1465388"/>
              <a:chOff x="2108301" y="1699844"/>
              <a:chExt cx="1658714" cy="1465388"/>
            </a:xfrm>
          </p:grpSpPr>
          <p:sp>
            <p:nvSpPr>
              <p:cNvPr id="11" name="Freeform 10"/>
              <p:cNvSpPr/>
              <p:nvPr/>
            </p:nvSpPr>
            <p:spPr>
              <a:xfrm>
                <a:off x="2229710" y="1756217"/>
                <a:ext cx="1410507" cy="1401414"/>
              </a:xfrm>
              <a:custGeom>
                <a:avLst/>
                <a:gdLst>
                  <a:gd name="connsiteX0" fmla="*/ 0 w 1465388"/>
                  <a:gd name="connsiteY0" fmla="*/ 0 h 1465388"/>
                  <a:gd name="connsiteX1" fmla="*/ 1465388 w 1465388"/>
                  <a:gd name="connsiteY1" fmla="*/ 0 h 1465388"/>
                  <a:gd name="connsiteX2" fmla="*/ 1465388 w 1465388"/>
                  <a:gd name="connsiteY2" fmla="*/ 1465388 h 1465388"/>
                  <a:gd name="connsiteX3" fmla="*/ 0 w 1465388"/>
                  <a:gd name="connsiteY3" fmla="*/ 1465388 h 1465388"/>
                  <a:gd name="connsiteX4" fmla="*/ 0 w 1465388"/>
                  <a:gd name="connsiteY4" fmla="*/ 0 h 1465388"/>
                  <a:gd name="connsiteX0" fmla="*/ 314916 w 1925576"/>
                  <a:gd name="connsiteY0" fmla="*/ 342901 h 1914384"/>
                  <a:gd name="connsiteX1" fmla="*/ 1695482 w 1925576"/>
                  <a:gd name="connsiteY1" fmla="*/ 224498 h 1914384"/>
                  <a:gd name="connsiteX2" fmla="*/ 1695482 w 1925576"/>
                  <a:gd name="connsiteY2" fmla="*/ 1689886 h 1914384"/>
                  <a:gd name="connsiteX3" fmla="*/ 230094 w 1925576"/>
                  <a:gd name="connsiteY3" fmla="*/ 1689886 h 1914384"/>
                  <a:gd name="connsiteX4" fmla="*/ 314916 w 1925576"/>
                  <a:gd name="connsiteY4" fmla="*/ 342901 h 1914384"/>
                  <a:gd name="connsiteX0" fmla="*/ 314916 w 1925576"/>
                  <a:gd name="connsiteY0" fmla="*/ 342901 h 1689886"/>
                  <a:gd name="connsiteX1" fmla="*/ 1695482 w 1925576"/>
                  <a:gd name="connsiteY1" fmla="*/ 224498 h 1689886"/>
                  <a:gd name="connsiteX2" fmla="*/ 1695482 w 1925576"/>
                  <a:gd name="connsiteY2" fmla="*/ 1689886 h 1689886"/>
                  <a:gd name="connsiteX3" fmla="*/ 230094 w 1925576"/>
                  <a:gd name="connsiteY3" fmla="*/ 1689886 h 1689886"/>
                  <a:gd name="connsiteX4" fmla="*/ 314916 w 1925576"/>
                  <a:gd name="connsiteY4" fmla="*/ 342901 h 1689886"/>
                  <a:gd name="connsiteX0" fmla="*/ 84822 w 1695482"/>
                  <a:gd name="connsiteY0" fmla="*/ 342901 h 1689886"/>
                  <a:gd name="connsiteX1" fmla="*/ 1465388 w 1695482"/>
                  <a:gd name="connsiteY1" fmla="*/ 224498 h 1689886"/>
                  <a:gd name="connsiteX2" fmla="*/ 1465388 w 1695482"/>
                  <a:gd name="connsiteY2" fmla="*/ 1689886 h 1689886"/>
                  <a:gd name="connsiteX3" fmla="*/ 0 w 1695482"/>
                  <a:gd name="connsiteY3" fmla="*/ 1689886 h 1689886"/>
                  <a:gd name="connsiteX4" fmla="*/ 84822 w 1695482"/>
                  <a:gd name="connsiteY4" fmla="*/ 342901 h 1689886"/>
                  <a:gd name="connsiteX0" fmla="*/ 84822 w 1695482"/>
                  <a:gd name="connsiteY0" fmla="*/ 118403 h 1465388"/>
                  <a:gd name="connsiteX1" fmla="*/ 1465388 w 1695482"/>
                  <a:gd name="connsiteY1" fmla="*/ 0 h 1465388"/>
                  <a:gd name="connsiteX2" fmla="*/ 1465388 w 1695482"/>
                  <a:gd name="connsiteY2" fmla="*/ 1465388 h 1465388"/>
                  <a:gd name="connsiteX3" fmla="*/ 0 w 1695482"/>
                  <a:gd name="connsiteY3" fmla="*/ 1465388 h 1465388"/>
                  <a:gd name="connsiteX4" fmla="*/ 84822 w 1695482"/>
                  <a:gd name="connsiteY4" fmla="*/ 118403 h 1465388"/>
                  <a:gd name="connsiteX0" fmla="*/ 84822 w 1465388"/>
                  <a:gd name="connsiteY0" fmla="*/ 118403 h 1465388"/>
                  <a:gd name="connsiteX1" fmla="*/ 1465388 w 1465388"/>
                  <a:gd name="connsiteY1" fmla="*/ 0 h 1465388"/>
                  <a:gd name="connsiteX2" fmla="*/ 1465388 w 1465388"/>
                  <a:gd name="connsiteY2" fmla="*/ 1465388 h 1465388"/>
                  <a:gd name="connsiteX3" fmla="*/ 0 w 1465388"/>
                  <a:gd name="connsiteY3" fmla="*/ 1465388 h 1465388"/>
                  <a:gd name="connsiteX4" fmla="*/ 84822 w 1465388"/>
                  <a:gd name="connsiteY4" fmla="*/ 118403 h 1465388"/>
                  <a:gd name="connsiteX0" fmla="*/ 84822 w 1465388"/>
                  <a:gd name="connsiteY0" fmla="*/ 0 h 1346985"/>
                  <a:gd name="connsiteX1" fmla="*/ 1292302 w 1465388"/>
                  <a:gd name="connsiteY1" fmla="*/ 8206 h 1346985"/>
                  <a:gd name="connsiteX2" fmla="*/ 1465388 w 1465388"/>
                  <a:gd name="connsiteY2" fmla="*/ 1346985 h 1346985"/>
                  <a:gd name="connsiteX3" fmla="*/ 0 w 1465388"/>
                  <a:gd name="connsiteY3" fmla="*/ 1346985 h 1346985"/>
                  <a:gd name="connsiteX4" fmla="*/ 84822 w 1465388"/>
                  <a:gd name="connsiteY4" fmla="*/ 0 h 1346985"/>
                  <a:gd name="connsiteX0" fmla="*/ 84822 w 1441576"/>
                  <a:gd name="connsiteY0" fmla="*/ 0 h 1346985"/>
                  <a:gd name="connsiteX1" fmla="*/ 1292302 w 1441576"/>
                  <a:gd name="connsiteY1" fmla="*/ 8206 h 1346985"/>
                  <a:gd name="connsiteX2" fmla="*/ 1441576 w 1441576"/>
                  <a:gd name="connsiteY2" fmla="*/ 1339728 h 1346985"/>
                  <a:gd name="connsiteX3" fmla="*/ 0 w 1441576"/>
                  <a:gd name="connsiteY3" fmla="*/ 1346985 h 1346985"/>
                  <a:gd name="connsiteX4" fmla="*/ 84822 w 1441576"/>
                  <a:gd name="connsiteY4" fmla="*/ 0 h 1346985"/>
                  <a:gd name="connsiteX0" fmla="*/ 140839 w 1441576"/>
                  <a:gd name="connsiteY0" fmla="*/ 0 h 1401414"/>
                  <a:gd name="connsiteX1" fmla="*/ 1292302 w 1441576"/>
                  <a:gd name="connsiteY1" fmla="*/ 62635 h 1401414"/>
                  <a:gd name="connsiteX2" fmla="*/ 1441576 w 1441576"/>
                  <a:gd name="connsiteY2" fmla="*/ 1394157 h 1401414"/>
                  <a:gd name="connsiteX3" fmla="*/ 0 w 1441576"/>
                  <a:gd name="connsiteY3" fmla="*/ 1401414 h 1401414"/>
                  <a:gd name="connsiteX4" fmla="*/ 140839 w 1441576"/>
                  <a:gd name="connsiteY4" fmla="*/ 0 h 1401414"/>
                  <a:gd name="connsiteX0" fmla="*/ 140839 w 1410507"/>
                  <a:gd name="connsiteY0" fmla="*/ 0 h 1401414"/>
                  <a:gd name="connsiteX1" fmla="*/ 1292302 w 1410507"/>
                  <a:gd name="connsiteY1" fmla="*/ 62635 h 1401414"/>
                  <a:gd name="connsiteX2" fmla="*/ 1410507 w 1410507"/>
                  <a:gd name="connsiteY2" fmla="*/ 1361500 h 1401414"/>
                  <a:gd name="connsiteX3" fmla="*/ 0 w 1410507"/>
                  <a:gd name="connsiteY3" fmla="*/ 1401414 h 1401414"/>
                  <a:gd name="connsiteX4" fmla="*/ 140839 w 1410507"/>
                  <a:gd name="connsiteY4" fmla="*/ 0 h 1401414"/>
                  <a:gd name="connsiteX0" fmla="*/ 40827 w 1410507"/>
                  <a:gd name="connsiteY0" fmla="*/ 0 h 1401414"/>
                  <a:gd name="connsiteX1" fmla="*/ 1292302 w 1410507"/>
                  <a:gd name="connsiteY1" fmla="*/ 62635 h 1401414"/>
                  <a:gd name="connsiteX2" fmla="*/ 1410507 w 1410507"/>
                  <a:gd name="connsiteY2" fmla="*/ 1361500 h 1401414"/>
                  <a:gd name="connsiteX3" fmla="*/ 0 w 1410507"/>
                  <a:gd name="connsiteY3" fmla="*/ 1401414 h 1401414"/>
                  <a:gd name="connsiteX4" fmla="*/ 40827 w 1410507"/>
                  <a:gd name="connsiteY4" fmla="*/ 0 h 1401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0507" h="1401414">
                    <a:moveTo>
                      <a:pt x="40827" y="0"/>
                    </a:moveTo>
                    <a:lnTo>
                      <a:pt x="1292302" y="62635"/>
                    </a:lnTo>
                    <a:lnTo>
                      <a:pt x="1410507" y="1361500"/>
                    </a:lnTo>
                    <a:lnTo>
                      <a:pt x="0" y="1401414"/>
                    </a:lnTo>
                    <a:lnTo>
                      <a:pt x="40827" y="0"/>
                    </a:lnTo>
                    <a:close/>
                  </a:path>
                </a:pathLst>
              </a:cu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8" name="Rectangle 7"/>
              <p:cNvSpPr/>
              <p:nvPr/>
            </p:nvSpPr>
            <p:spPr>
              <a:xfrm>
                <a:off x="2108301" y="1699844"/>
                <a:ext cx="1658714" cy="1465388"/>
              </a:xfrm>
              <a:prstGeom prst="rect">
                <a:avLst/>
              </a:prstGeom>
              <a:gradFill>
                <a:gsLst>
                  <a:gs pos="10000">
                    <a:schemeClr val="bg1">
                      <a:lumMod val="95000"/>
                    </a:schemeClr>
                  </a:gs>
                  <a:gs pos="0">
                    <a:schemeClr val="bg1">
                      <a:lumMod val="95000"/>
                    </a:schemeClr>
                  </a:gs>
                  <a:gs pos="100000">
                    <a:schemeClr val="bg1">
                      <a:lumMod val="95000"/>
                    </a:schemeClr>
                  </a:gs>
                </a:gsLst>
                <a:lin ang="81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7" name="Rectangle 6"/>
              <p:cNvSpPr/>
              <p:nvPr/>
            </p:nvSpPr>
            <p:spPr>
              <a:xfrm>
                <a:off x="2174829" y="1756217"/>
                <a:ext cx="1465388" cy="1409015"/>
              </a:xfrm>
              <a:prstGeom prst="rect">
                <a:avLst/>
              </a:prstGeom>
              <a:solidFill>
                <a:schemeClr val="accent1"/>
              </a:solidFill>
              <a:ln>
                <a:noFill/>
              </a:ln>
              <a:effectLst>
                <a:innerShdw blurRad="63500" dist="38100" dir="18900000">
                  <a:prstClr val="black">
                    <a:alpha val="3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mj-lt"/>
                    <a:cs typeface="Arial" pitchFamily="34" charset="0"/>
                  </a:rPr>
                  <a:t>September 25 at 5pm</a:t>
                </a:r>
              </a:p>
            </p:txBody>
          </p:sp>
        </p:grpSp>
        <p:grpSp>
          <p:nvGrpSpPr>
            <p:cNvPr id="21" name="Group 15"/>
            <p:cNvGrpSpPr/>
            <p:nvPr/>
          </p:nvGrpSpPr>
          <p:grpSpPr>
            <a:xfrm flipH="1">
              <a:off x="2229710" y="1219200"/>
              <a:ext cx="6355001" cy="1465388"/>
              <a:chOff x="3854211" y="1699844"/>
              <a:chExt cx="6355001" cy="1465388"/>
            </a:xfrm>
          </p:grpSpPr>
          <p:sp>
            <p:nvSpPr>
              <p:cNvPr id="15" name="Isosceles Triangle 14"/>
              <p:cNvSpPr/>
              <p:nvPr/>
            </p:nvSpPr>
            <p:spPr>
              <a:xfrm rot="16200000">
                <a:off x="3903183" y="2268691"/>
                <a:ext cx="258490" cy="309132"/>
              </a:xfrm>
              <a:prstGeom prst="triangle">
                <a:avLst/>
              </a:pr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12" name="Freeform 11"/>
              <p:cNvSpPr/>
              <p:nvPr/>
            </p:nvSpPr>
            <p:spPr>
              <a:xfrm flipH="1">
                <a:off x="4252980" y="1760735"/>
                <a:ext cx="5951836" cy="1391758"/>
              </a:xfrm>
              <a:custGeom>
                <a:avLst/>
                <a:gdLst>
                  <a:gd name="connsiteX0" fmla="*/ 0 w 6109255"/>
                  <a:gd name="connsiteY0" fmla="*/ 0 h 1465388"/>
                  <a:gd name="connsiteX1" fmla="*/ 6109255 w 6109255"/>
                  <a:gd name="connsiteY1" fmla="*/ 0 h 1465388"/>
                  <a:gd name="connsiteX2" fmla="*/ 6109255 w 6109255"/>
                  <a:gd name="connsiteY2" fmla="*/ 1465388 h 1465388"/>
                  <a:gd name="connsiteX3" fmla="*/ 0 w 6109255"/>
                  <a:gd name="connsiteY3" fmla="*/ 1465388 h 1465388"/>
                  <a:gd name="connsiteX4" fmla="*/ 0 w 6109255"/>
                  <a:gd name="connsiteY4" fmla="*/ 0 h 1465388"/>
                  <a:gd name="connsiteX0" fmla="*/ 177434 w 6109255"/>
                  <a:gd name="connsiteY0" fmla="*/ 160606 h 1465388"/>
                  <a:gd name="connsiteX1" fmla="*/ 6109255 w 6109255"/>
                  <a:gd name="connsiteY1" fmla="*/ 0 h 1465388"/>
                  <a:gd name="connsiteX2" fmla="*/ 6109255 w 6109255"/>
                  <a:gd name="connsiteY2" fmla="*/ 1465388 h 1465388"/>
                  <a:gd name="connsiteX3" fmla="*/ 0 w 6109255"/>
                  <a:gd name="connsiteY3" fmla="*/ 1465388 h 1465388"/>
                  <a:gd name="connsiteX4" fmla="*/ 177434 w 6109255"/>
                  <a:gd name="connsiteY4" fmla="*/ 160606 h 1465388"/>
                  <a:gd name="connsiteX0" fmla="*/ 177434 w 6109255"/>
                  <a:gd name="connsiteY0" fmla="*/ 0 h 1304782"/>
                  <a:gd name="connsiteX1" fmla="*/ 5817766 w 6109255"/>
                  <a:gd name="connsiteY1" fmla="*/ 70339 h 1304782"/>
                  <a:gd name="connsiteX2" fmla="*/ 6109255 w 6109255"/>
                  <a:gd name="connsiteY2" fmla="*/ 1304782 h 1304782"/>
                  <a:gd name="connsiteX3" fmla="*/ 0 w 6109255"/>
                  <a:gd name="connsiteY3" fmla="*/ 1304782 h 1304782"/>
                  <a:gd name="connsiteX4" fmla="*/ 177434 w 6109255"/>
                  <a:gd name="connsiteY4" fmla="*/ 0 h 1304782"/>
                  <a:gd name="connsiteX0" fmla="*/ 177434 w 6109255"/>
                  <a:gd name="connsiteY0" fmla="*/ 11723 h 1316505"/>
                  <a:gd name="connsiteX1" fmla="*/ 5825216 w 6109255"/>
                  <a:gd name="connsiteY1" fmla="*/ 0 h 1316505"/>
                  <a:gd name="connsiteX2" fmla="*/ 6109255 w 6109255"/>
                  <a:gd name="connsiteY2" fmla="*/ 1316505 h 1316505"/>
                  <a:gd name="connsiteX3" fmla="*/ 0 w 6109255"/>
                  <a:gd name="connsiteY3" fmla="*/ 1316505 h 1316505"/>
                  <a:gd name="connsiteX4" fmla="*/ 177434 w 6109255"/>
                  <a:gd name="connsiteY4" fmla="*/ 11723 h 1316505"/>
                  <a:gd name="connsiteX0" fmla="*/ 177434 w 6003013"/>
                  <a:gd name="connsiteY0" fmla="*/ 11723 h 1317943"/>
                  <a:gd name="connsiteX1" fmla="*/ 5825216 w 6003013"/>
                  <a:gd name="connsiteY1" fmla="*/ 0 h 1317943"/>
                  <a:gd name="connsiteX2" fmla="*/ 6003013 w 6003013"/>
                  <a:gd name="connsiteY2" fmla="*/ 1317943 h 1317943"/>
                  <a:gd name="connsiteX3" fmla="*/ 0 w 6003013"/>
                  <a:gd name="connsiteY3" fmla="*/ 1316505 h 1317943"/>
                  <a:gd name="connsiteX4" fmla="*/ 177434 w 6003013"/>
                  <a:gd name="connsiteY4" fmla="*/ 11723 h 1317943"/>
                  <a:gd name="connsiteX0" fmla="*/ 177434 w 5998739"/>
                  <a:gd name="connsiteY0" fmla="*/ 11723 h 1316505"/>
                  <a:gd name="connsiteX1" fmla="*/ 5825216 w 5998739"/>
                  <a:gd name="connsiteY1" fmla="*/ 0 h 1316505"/>
                  <a:gd name="connsiteX2" fmla="*/ 5998739 w 5998739"/>
                  <a:gd name="connsiteY2" fmla="*/ 1273563 h 1316505"/>
                  <a:gd name="connsiteX3" fmla="*/ 0 w 5998739"/>
                  <a:gd name="connsiteY3" fmla="*/ 1316505 h 1316505"/>
                  <a:gd name="connsiteX4" fmla="*/ 177434 w 5998739"/>
                  <a:gd name="connsiteY4" fmla="*/ 11723 h 1316505"/>
                  <a:gd name="connsiteX0" fmla="*/ 177434 w 5951836"/>
                  <a:gd name="connsiteY0" fmla="*/ 11723 h 1316505"/>
                  <a:gd name="connsiteX1" fmla="*/ 5825216 w 5951836"/>
                  <a:gd name="connsiteY1" fmla="*/ 0 h 1316505"/>
                  <a:gd name="connsiteX2" fmla="*/ 5951836 w 5951836"/>
                  <a:gd name="connsiteY2" fmla="*/ 1259708 h 1316505"/>
                  <a:gd name="connsiteX3" fmla="*/ 0 w 5951836"/>
                  <a:gd name="connsiteY3" fmla="*/ 1316505 h 1316505"/>
                  <a:gd name="connsiteX4" fmla="*/ 177434 w 5951836"/>
                  <a:gd name="connsiteY4" fmla="*/ 11723 h 1316505"/>
                  <a:gd name="connsiteX0" fmla="*/ 137458 w 5951836"/>
                  <a:gd name="connsiteY0" fmla="*/ 0 h 1332491"/>
                  <a:gd name="connsiteX1" fmla="*/ 5825216 w 5951836"/>
                  <a:gd name="connsiteY1" fmla="*/ 15986 h 1332491"/>
                  <a:gd name="connsiteX2" fmla="*/ 5951836 w 5951836"/>
                  <a:gd name="connsiteY2" fmla="*/ 1275694 h 1332491"/>
                  <a:gd name="connsiteX3" fmla="*/ 0 w 5951836"/>
                  <a:gd name="connsiteY3" fmla="*/ 1332491 h 1332491"/>
                  <a:gd name="connsiteX4" fmla="*/ 137458 w 5951836"/>
                  <a:gd name="connsiteY4" fmla="*/ 0 h 1332491"/>
                  <a:gd name="connsiteX0" fmla="*/ 37446 w 5951836"/>
                  <a:gd name="connsiteY0" fmla="*/ 0 h 1391758"/>
                  <a:gd name="connsiteX1" fmla="*/ 5825216 w 5951836"/>
                  <a:gd name="connsiteY1" fmla="*/ 75253 h 1391758"/>
                  <a:gd name="connsiteX2" fmla="*/ 5951836 w 5951836"/>
                  <a:gd name="connsiteY2" fmla="*/ 1334961 h 1391758"/>
                  <a:gd name="connsiteX3" fmla="*/ 0 w 5951836"/>
                  <a:gd name="connsiteY3" fmla="*/ 1391758 h 1391758"/>
                  <a:gd name="connsiteX4" fmla="*/ 37446 w 5951836"/>
                  <a:gd name="connsiteY4" fmla="*/ 0 h 1391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1836" h="1391758">
                    <a:moveTo>
                      <a:pt x="37446" y="0"/>
                    </a:moveTo>
                    <a:lnTo>
                      <a:pt x="5825216" y="75253"/>
                    </a:lnTo>
                    <a:lnTo>
                      <a:pt x="5951836" y="1334961"/>
                    </a:lnTo>
                    <a:lnTo>
                      <a:pt x="0" y="1391758"/>
                    </a:lnTo>
                    <a:lnTo>
                      <a:pt x="37446" y="0"/>
                    </a:lnTo>
                    <a:close/>
                  </a:path>
                </a:pathLst>
              </a:cu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grpSp>
            <p:nvGrpSpPr>
              <p:cNvPr id="24" name="Group 13"/>
              <p:cNvGrpSpPr/>
              <p:nvPr/>
            </p:nvGrpSpPr>
            <p:grpSpPr>
              <a:xfrm>
                <a:off x="3854211" y="1699844"/>
                <a:ext cx="6355001" cy="1465388"/>
                <a:chOff x="3854211" y="1699844"/>
                <a:chExt cx="6355001" cy="1465388"/>
              </a:xfrm>
              <a:gradFill>
                <a:gsLst>
                  <a:gs pos="10000">
                    <a:schemeClr val="bg1">
                      <a:lumMod val="95000"/>
                    </a:schemeClr>
                  </a:gs>
                  <a:gs pos="0">
                    <a:schemeClr val="bg1">
                      <a:lumMod val="95000"/>
                    </a:schemeClr>
                  </a:gs>
                  <a:gs pos="100000">
                    <a:schemeClr val="bg1">
                      <a:lumMod val="95000"/>
                    </a:schemeClr>
                  </a:gs>
                </a:gsLst>
                <a:lin ang="8100000" scaled="1"/>
              </a:gradFill>
            </p:grpSpPr>
            <p:sp>
              <p:nvSpPr>
                <p:cNvPr id="10" name="Rectangle 9"/>
                <p:cNvSpPr/>
                <p:nvPr/>
              </p:nvSpPr>
              <p:spPr>
                <a:xfrm>
                  <a:off x="4099957" y="1699844"/>
                  <a:ext cx="6109255" cy="146538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13" name="Isosceles Triangle 12"/>
                <p:cNvSpPr/>
                <p:nvPr/>
              </p:nvSpPr>
              <p:spPr>
                <a:xfrm rot="16200000">
                  <a:off x="3822680" y="2225335"/>
                  <a:ext cx="457200" cy="394138"/>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grpSp>
        </p:grpSp>
        <p:sp>
          <p:nvSpPr>
            <p:cNvPr id="66" name="TextBox 65"/>
            <p:cNvSpPr txBox="1"/>
            <p:nvPr/>
          </p:nvSpPr>
          <p:spPr>
            <a:xfrm>
              <a:off x="2455967" y="1546552"/>
              <a:ext cx="5679724" cy="673181"/>
            </a:xfrm>
            <a:prstGeom prst="rect">
              <a:avLst/>
            </a:prstGeom>
            <a:noFill/>
          </p:spPr>
          <p:txBody>
            <a:bodyPr wrap="square" rtlCol="0">
              <a:spAutoFit/>
            </a:bodyPr>
            <a:lstStyle/>
            <a:p>
              <a:r>
                <a:rPr lang="en-US" sz="2800" dirty="0">
                  <a:solidFill>
                    <a:schemeClr val="tx1">
                      <a:lumMod val="75000"/>
                      <a:lumOff val="25000"/>
                    </a:schemeClr>
                  </a:solidFill>
                  <a:cs typeface="Arial" pitchFamily="34" charset="0"/>
                </a:rPr>
                <a:t>Deadline to Submit Questions</a:t>
              </a:r>
            </a:p>
          </p:txBody>
        </p:sp>
      </p:grpSp>
      <p:grpSp>
        <p:nvGrpSpPr>
          <p:cNvPr id="3" name="Group 2"/>
          <p:cNvGrpSpPr/>
          <p:nvPr/>
        </p:nvGrpSpPr>
        <p:grpSpPr>
          <a:xfrm>
            <a:off x="1152177" y="4592133"/>
            <a:ext cx="10181677" cy="1348278"/>
            <a:chOff x="1164723" y="3199229"/>
            <a:chExt cx="10181677" cy="1348278"/>
          </a:xfrm>
        </p:grpSpPr>
        <p:grpSp>
          <p:nvGrpSpPr>
            <p:cNvPr id="33" name="Group 18"/>
            <p:cNvGrpSpPr/>
            <p:nvPr/>
          </p:nvGrpSpPr>
          <p:grpSpPr>
            <a:xfrm>
              <a:off x="1164723" y="3199229"/>
              <a:ext cx="10181677" cy="1348278"/>
              <a:chOff x="2229710" y="1699844"/>
              <a:chExt cx="7979502" cy="1734709"/>
            </a:xfrm>
          </p:grpSpPr>
          <p:grpSp>
            <p:nvGrpSpPr>
              <p:cNvPr id="34" name="Group 19"/>
              <p:cNvGrpSpPr/>
              <p:nvPr/>
            </p:nvGrpSpPr>
            <p:grpSpPr>
              <a:xfrm>
                <a:off x="2229710" y="1699844"/>
                <a:ext cx="1624501" cy="1734709"/>
                <a:chOff x="2229710" y="1699844"/>
                <a:chExt cx="1624501" cy="1734709"/>
              </a:xfrm>
            </p:grpSpPr>
            <p:sp>
              <p:nvSpPr>
                <p:cNvPr id="27" name="Freeform 26"/>
                <p:cNvSpPr/>
                <p:nvPr/>
              </p:nvSpPr>
              <p:spPr>
                <a:xfrm>
                  <a:off x="2229710" y="1756217"/>
                  <a:ext cx="1410507" cy="1401414"/>
                </a:xfrm>
                <a:custGeom>
                  <a:avLst/>
                  <a:gdLst>
                    <a:gd name="connsiteX0" fmla="*/ 0 w 1465388"/>
                    <a:gd name="connsiteY0" fmla="*/ 0 h 1465388"/>
                    <a:gd name="connsiteX1" fmla="*/ 1465388 w 1465388"/>
                    <a:gd name="connsiteY1" fmla="*/ 0 h 1465388"/>
                    <a:gd name="connsiteX2" fmla="*/ 1465388 w 1465388"/>
                    <a:gd name="connsiteY2" fmla="*/ 1465388 h 1465388"/>
                    <a:gd name="connsiteX3" fmla="*/ 0 w 1465388"/>
                    <a:gd name="connsiteY3" fmla="*/ 1465388 h 1465388"/>
                    <a:gd name="connsiteX4" fmla="*/ 0 w 1465388"/>
                    <a:gd name="connsiteY4" fmla="*/ 0 h 1465388"/>
                    <a:gd name="connsiteX0" fmla="*/ 314916 w 1925576"/>
                    <a:gd name="connsiteY0" fmla="*/ 342901 h 1914384"/>
                    <a:gd name="connsiteX1" fmla="*/ 1695482 w 1925576"/>
                    <a:gd name="connsiteY1" fmla="*/ 224498 h 1914384"/>
                    <a:gd name="connsiteX2" fmla="*/ 1695482 w 1925576"/>
                    <a:gd name="connsiteY2" fmla="*/ 1689886 h 1914384"/>
                    <a:gd name="connsiteX3" fmla="*/ 230094 w 1925576"/>
                    <a:gd name="connsiteY3" fmla="*/ 1689886 h 1914384"/>
                    <a:gd name="connsiteX4" fmla="*/ 314916 w 1925576"/>
                    <a:gd name="connsiteY4" fmla="*/ 342901 h 1914384"/>
                    <a:gd name="connsiteX0" fmla="*/ 314916 w 1925576"/>
                    <a:gd name="connsiteY0" fmla="*/ 342901 h 1689886"/>
                    <a:gd name="connsiteX1" fmla="*/ 1695482 w 1925576"/>
                    <a:gd name="connsiteY1" fmla="*/ 224498 h 1689886"/>
                    <a:gd name="connsiteX2" fmla="*/ 1695482 w 1925576"/>
                    <a:gd name="connsiteY2" fmla="*/ 1689886 h 1689886"/>
                    <a:gd name="connsiteX3" fmla="*/ 230094 w 1925576"/>
                    <a:gd name="connsiteY3" fmla="*/ 1689886 h 1689886"/>
                    <a:gd name="connsiteX4" fmla="*/ 314916 w 1925576"/>
                    <a:gd name="connsiteY4" fmla="*/ 342901 h 1689886"/>
                    <a:gd name="connsiteX0" fmla="*/ 84822 w 1695482"/>
                    <a:gd name="connsiteY0" fmla="*/ 342901 h 1689886"/>
                    <a:gd name="connsiteX1" fmla="*/ 1465388 w 1695482"/>
                    <a:gd name="connsiteY1" fmla="*/ 224498 h 1689886"/>
                    <a:gd name="connsiteX2" fmla="*/ 1465388 w 1695482"/>
                    <a:gd name="connsiteY2" fmla="*/ 1689886 h 1689886"/>
                    <a:gd name="connsiteX3" fmla="*/ 0 w 1695482"/>
                    <a:gd name="connsiteY3" fmla="*/ 1689886 h 1689886"/>
                    <a:gd name="connsiteX4" fmla="*/ 84822 w 1695482"/>
                    <a:gd name="connsiteY4" fmla="*/ 342901 h 1689886"/>
                    <a:gd name="connsiteX0" fmla="*/ 84822 w 1695482"/>
                    <a:gd name="connsiteY0" fmla="*/ 118403 h 1465388"/>
                    <a:gd name="connsiteX1" fmla="*/ 1465388 w 1695482"/>
                    <a:gd name="connsiteY1" fmla="*/ 0 h 1465388"/>
                    <a:gd name="connsiteX2" fmla="*/ 1465388 w 1695482"/>
                    <a:gd name="connsiteY2" fmla="*/ 1465388 h 1465388"/>
                    <a:gd name="connsiteX3" fmla="*/ 0 w 1695482"/>
                    <a:gd name="connsiteY3" fmla="*/ 1465388 h 1465388"/>
                    <a:gd name="connsiteX4" fmla="*/ 84822 w 1695482"/>
                    <a:gd name="connsiteY4" fmla="*/ 118403 h 1465388"/>
                    <a:gd name="connsiteX0" fmla="*/ 84822 w 1465388"/>
                    <a:gd name="connsiteY0" fmla="*/ 118403 h 1465388"/>
                    <a:gd name="connsiteX1" fmla="*/ 1465388 w 1465388"/>
                    <a:gd name="connsiteY1" fmla="*/ 0 h 1465388"/>
                    <a:gd name="connsiteX2" fmla="*/ 1465388 w 1465388"/>
                    <a:gd name="connsiteY2" fmla="*/ 1465388 h 1465388"/>
                    <a:gd name="connsiteX3" fmla="*/ 0 w 1465388"/>
                    <a:gd name="connsiteY3" fmla="*/ 1465388 h 1465388"/>
                    <a:gd name="connsiteX4" fmla="*/ 84822 w 1465388"/>
                    <a:gd name="connsiteY4" fmla="*/ 118403 h 1465388"/>
                    <a:gd name="connsiteX0" fmla="*/ 84822 w 1465388"/>
                    <a:gd name="connsiteY0" fmla="*/ 0 h 1346985"/>
                    <a:gd name="connsiteX1" fmla="*/ 1292302 w 1465388"/>
                    <a:gd name="connsiteY1" fmla="*/ 8206 h 1346985"/>
                    <a:gd name="connsiteX2" fmla="*/ 1465388 w 1465388"/>
                    <a:gd name="connsiteY2" fmla="*/ 1346985 h 1346985"/>
                    <a:gd name="connsiteX3" fmla="*/ 0 w 1465388"/>
                    <a:gd name="connsiteY3" fmla="*/ 1346985 h 1346985"/>
                    <a:gd name="connsiteX4" fmla="*/ 84822 w 1465388"/>
                    <a:gd name="connsiteY4" fmla="*/ 0 h 1346985"/>
                    <a:gd name="connsiteX0" fmla="*/ 84822 w 1441576"/>
                    <a:gd name="connsiteY0" fmla="*/ 0 h 1346985"/>
                    <a:gd name="connsiteX1" fmla="*/ 1292302 w 1441576"/>
                    <a:gd name="connsiteY1" fmla="*/ 8206 h 1346985"/>
                    <a:gd name="connsiteX2" fmla="*/ 1441576 w 1441576"/>
                    <a:gd name="connsiteY2" fmla="*/ 1339728 h 1346985"/>
                    <a:gd name="connsiteX3" fmla="*/ 0 w 1441576"/>
                    <a:gd name="connsiteY3" fmla="*/ 1346985 h 1346985"/>
                    <a:gd name="connsiteX4" fmla="*/ 84822 w 1441576"/>
                    <a:gd name="connsiteY4" fmla="*/ 0 h 1346985"/>
                    <a:gd name="connsiteX0" fmla="*/ 140839 w 1441576"/>
                    <a:gd name="connsiteY0" fmla="*/ 0 h 1401414"/>
                    <a:gd name="connsiteX1" fmla="*/ 1292302 w 1441576"/>
                    <a:gd name="connsiteY1" fmla="*/ 62635 h 1401414"/>
                    <a:gd name="connsiteX2" fmla="*/ 1441576 w 1441576"/>
                    <a:gd name="connsiteY2" fmla="*/ 1394157 h 1401414"/>
                    <a:gd name="connsiteX3" fmla="*/ 0 w 1441576"/>
                    <a:gd name="connsiteY3" fmla="*/ 1401414 h 1401414"/>
                    <a:gd name="connsiteX4" fmla="*/ 140839 w 1441576"/>
                    <a:gd name="connsiteY4" fmla="*/ 0 h 1401414"/>
                    <a:gd name="connsiteX0" fmla="*/ 140839 w 1410507"/>
                    <a:gd name="connsiteY0" fmla="*/ 0 h 1401414"/>
                    <a:gd name="connsiteX1" fmla="*/ 1292302 w 1410507"/>
                    <a:gd name="connsiteY1" fmla="*/ 62635 h 1401414"/>
                    <a:gd name="connsiteX2" fmla="*/ 1410507 w 1410507"/>
                    <a:gd name="connsiteY2" fmla="*/ 1361500 h 1401414"/>
                    <a:gd name="connsiteX3" fmla="*/ 0 w 1410507"/>
                    <a:gd name="connsiteY3" fmla="*/ 1401414 h 1401414"/>
                    <a:gd name="connsiteX4" fmla="*/ 140839 w 1410507"/>
                    <a:gd name="connsiteY4" fmla="*/ 0 h 1401414"/>
                    <a:gd name="connsiteX0" fmla="*/ 40827 w 1410507"/>
                    <a:gd name="connsiteY0" fmla="*/ 0 h 1401414"/>
                    <a:gd name="connsiteX1" fmla="*/ 1292302 w 1410507"/>
                    <a:gd name="connsiteY1" fmla="*/ 62635 h 1401414"/>
                    <a:gd name="connsiteX2" fmla="*/ 1410507 w 1410507"/>
                    <a:gd name="connsiteY2" fmla="*/ 1361500 h 1401414"/>
                    <a:gd name="connsiteX3" fmla="*/ 0 w 1410507"/>
                    <a:gd name="connsiteY3" fmla="*/ 1401414 h 1401414"/>
                    <a:gd name="connsiteX4" fmla="*/ 40827 w 1410507"/>
                    <a:gd name="connsiteY4" fmla="*/ 0 h 1401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0507" h="1401414">
                      <a:moveTo>
                        <a:pt x="40827" y="0"/>
                      </a:moveTo>
                      <a:lnTo>
                        <a:pt x="1292302" y="62635"/>
                      </a:lnTo>
                      <a:lnTo>
                        <a:pt x="1410507" y="1361500"/>
                      </a:lnTo>
                      <a:lnTo>
                        <a:pt x="0" y="1401414"/>
                      </a:lnTo>
                      <a:lnTo>
                        <a:pt x="40827" y="0"/>
                      </a:lnTo>
                      <a:close/>
                    </a:path>
                  </a:pathLst>
                </a:cu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28" name="Rectangle 27"/>
                <p:cNvSpPr/>
                <p:nvPr/>
              </p:nvSpPr>
              <p:spPr>
                <a:xfrm>
                  <a:off x="2229711" y="1699844"/>
                  <a:ext cx="1624500" cy="1734709"/>
                </a:xfrm>
                <a:prstGeom prst="rect">
                  <a:avLst/>
                </a:prstGeom>
                <a:gradFill>
                  <a:gsLst>
                    <a:gs pos="10000">
                      <a:schemeClr val="bg1">
                        <a:lumMod val="95000"/>
                      </a:schemeClr>
                    </a:gs>
                    <a:gs pos="0">
                      <a:schemeClr val="bg1">
                        <a:lumMod val="95000"/>
                      </a:schemeClr>
                    </a:gs>
                    <a:gs pos="100000">
                      <a:schemeClr val="bg1">
                        <a:lumMod val="95000"/>
                      </a:schemeClr>
                    </a:gs>
                  </a:gsLst>
                  <a:lin ang="81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29" name="Rectangle 28"/>
                <p:cNvSpPr/>
                <p:nvPr/>
              </p:nvSpPr>
              <p:spPr>
                <a:xfrm>
                  <a:off x="2307117" y="1864588"/>
                  <a:ext cx="1471605" cy="1349415"/>
                </a:xfrm>
                <a:prstGeom prst="rect">
                  <a:avLst/>
                </a:prstGeom>
                <a:solidFill>
                  <a:srgbClr val="6A9DC1"/>
                </a:solidFill>
                <a:ln>
                  <a:noFill/>
                </a:ln>
                <a:effectLst>
                  <a:innerShdw blurRad="63500" dist="38100" dir="18900000">
                    <a:prstClr val="black">
                      <a:alpha val="3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mj-lt"/>
                      <a:cs typeface="Arial" pitchFamily="34" charset="0"/>
                    </a:rPr>
                    <a:t>October 2 at 11am</a:t>
                  </a:r>
                  <a:endParaRPr lang="en-US" b="1" dirty="0">
                    <a:solidFill>
                      <a:srgbClr val="FF0000"/>
                    </a:solidFill>
                    <a:latin typeface="+mj-lt"/>
                    <a:cs typeface="Arial" pitchFamily="34" charset="0"/>
                  </a:endParaRPr>
                </a:p>
              </p:txBody>
            </p:sp>
          </p:grpSp>
          <p:grpSp>
            <p:nvGrpSpPr>
              <p:cNvPr id="35" name="Group 20"/>
              <p:cNvGrpSpPr/>
              <p:nvPr/>
            </p:nvGrpSpPr>
            <p:grpSpPr>
              <a:xfrm>
                <a:off x="3854211" y="1699844"/>
                <a:ext cx="6355001" cy="1465388"/>
                <a:chOff x="3854211" y="1699844"/>
                <a:chExt cx="6355001" cy="1465388"/>
              </a:xfrm>
            </p:grpSpPr>
            <p:sp>
              <p:nvSpPr>
                <p:cNvPr id="22" name="Isosceles Triangle 21"/>
                <p:cNvSpPr/>
                <p:nvPr/>
              </p:nvSpPr>
              <p:spPr>
                <a:xfrm rot="16200000">
                  <a:off x="3903183" y="2268691"/>
                  <a:ext cx="258490" cy="309132"/>
                </a:xfrm>
                <a:prstGeom prst="triangle">
                  <a:avLst/>
                </a:pr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23" name="Freeform 22"/>
                <p:cNvSpPr/>
                <p:nvPr/>
              </p:nvSpPr>
              <p:spPr>
                <a:xfrm>
                  <a:off x="4103355" y="1760735"/>
                  <a:ext cx="5951836" cy="1391758"/>
                </a:xfrm>
                <a:custGeom>
                  <a:avLst/>
                  <a:gdLst>
                    <a:gd name="connsiteX0" fmla="*/ 0 w 6109255"/>
                    <a:gd name="connsiteY0" fmla="*/ 0 h 1465388"/>
                    <a:gd name="connsiteX1" fmla="*/ 6109255 w 6109255"/>
                    <a:gd name="connsiteY1" fmla="*/ 0 h 1465388"/>
                    <a:gd name="connsiteX2" fmla="*/ 6109255 w 6109255"/>
                    <a:gd name="connsiteY2" fmla="*/ 1465388 h 1465388"/>
                    <a:gd name="connsiteX3" fmla="*/ 0 w 6109255"/>
                    <a:gd name="connsiteY3" fmla="*/ 1465388 h 1465388"/>
                    <a:gd name="connsiteX4" fmla="*/ 0 w 6109255"/>
                    <a:gd name="connsiteY4" fmla="*/ 0 h 1465388"/>
                    <a:gd name="connsiteX0" fmla="*/ 177434 w 6109255"/>
                    <a:gd name="connsiteY0" fmla="*/ 160606 h 1465388"/>
                    <a:gd name="connsiteX1" fmla="*/ 6109255 w 6109255"/>
                    <a:gd name="connsiteY1" fmla="*/ 0 h 1465388"/>
                    <a:gd name="connsiteX2" fmla="*/ 6109255 w 6109255"/>
                    <a:gd name="connsiteY2" fmla="*/ 1465388 h 1465388"/>
                    <a:gd name="connsiteX3" fmla="*/ 0 w 6109255"/>
                    <a:gd name="connsiteY3" fmla="*/ 1465388 h 1465388"/>
                    <a:gd name="connsiteX4" fmla="*/ 177434 w 6109255"/>
                    <a:gd name="connsiteY4" fmla="*/ 160606 h 1465388"/>
                    <a:gd name="connsiteX0" fmla="*/ 177434 w 6109255"/>
                    <a:gd name="connsiteY0" fmla="*/ 0 h 1304782"/>
                    <a:gd name="connsiteX1" fmla="*/ 5817766 w 6109255"/>
                    <a:gd name="connsiteY1" fmla="*/ 70339 h 1304782"/>
                    <a:gd name="connsiteX2" fmla="*/ 6109255 w 6109255"/>
                    <a:gd name="connsiteY2" fmla="*/ 1304782 h 1304782"/>
                    <a:gd name="connsiteX3" fmla="*/ 0 w 6109255"/>
                    <a:gd name="connsiteY3" fmla="*/ 1304782 h 1304782"/>
                    <a:gd name="connsiteX4" fmla="*/ 177434 w 6109255"/>
                    <a:gd name="connsiteY4" fmla="*/ 0 h 1304782"/>
                    <a:gd name="connsiteX0" fmla="*/ 177434 w 6109255"/>
                    <a:gd name="connsiteY0" fmla="*/ 11723 h 1316505"/>
                    <a:gd name="connsiteX1" fmla="*/ 5825216 w 6109255"/>
                    <a:gd name="connsiteY1" fmla="*/ 0 h 1316505"/>
                    <a:gd name="connsiteX2" fmla="*/ 6109255 w 6109255"/>
                    <a:gd name="connsiteY2" fmla="*/ 1316505 h 1316505"/>
                    <a:gd name="connsiteX3" fmla="*/ 0 w 6109255"/>
                    <a:gd name="connsiteY3" fmla="*/ 1316505 h 1316505"/>
                    <a:gd name="connsiteX4" fmla="*/ 177434 w 6109255"/>
                    <a:gd name="connsiteY4" fmla="*/ 11723 h 1316505"/>
                    <a:gd name="connsiteX0" fmla="*/ 177434 w 6003013"/>
                    <a:gd name="connsiteY0" fmla="*/ 11723 h 1317943"/>
                    <a:gd name="connsiteX1" fmla="*/ 5825216 w 6003013"/>
                    <a:gd name="connsiteY1" fmla="*/ 0 h 1317943"/>
                    <a:gd name="connsiteX2" fmla="*/ 6003013 w 6003013"/>
                    <a:gd name="connsiteY2" fmla="*/ 1317943 h 1317943"/>
                    <a:gd name="connsiteX3" fmla="*/ 0 w 6003013"/>
                    <a:gd name="connsiteY3" fmla="*/ 1316505 h 1317943"/>
                    <a:gd name="connsiteX4" fmla="*/ 177434 w 6003013"/>
                    <a:gd name="connsiteY4" fmla="*/ 11723 h 1317943"/>
                    <a:gd name="connsiteX0" fmla="*/ 177434 w 5998739"/>
                    <a:gd name="connsiteY0" fmla="*/ 11723 h 1316505"/>
                    <a:gd name="connsiteX1" fmla="*/ 5825216 w 5998739"/>
                    <a:gd name="connsiteY1" fmla="*/ 0 h 1316505"/>
                    <a:gd name="connsiteX2" fmla="*/ 5998739 w 5998739"/>
                    <a:gd name="connsiteY2" fmla="*/ 1273563 h 1316505"/>
                    <a:gd name="connsiteX3" fmla="*/ 0 w 5998739"/>
                    <a:gd name="connsiteY3" fmla="*/ 1316505 h 1316505"/>
                    <a:gd name="connsiteX4" fmla="*/ 177434 w 5998739"/>
                    <a:gd name="connsiteY4" fmla="*/ 11723 h 1316505"/>
                    <a:gd name="connsiteX0" fmla="*/ 177434 w 5951836"/>
                    <a:gd name="connsiteY0" fmla="*/ 11723 h 1316505"/>
                    <a:gd name="connsiteX1" fmla="*/ 5825216 w 5951836"/>
                    <a:gd name="connsiteY1" fmla="*/ 0 h 1316505"/>
                    <a:gd name="connsiteX2" fmla="*/ 5951836 w 5951836"/>
                    <a:gd name="connsiteY2" fmla="*/ 1259708 h 1316505"/>
                    <a:gd name="connsiteX3" fmla="*/ 0 w 5951836"/>
                    <a:gd name="connsiteY3" fmla="*/ 1316505 h 1316505"/>
                    <a:gd name="connsiteX4" fmla="*/ 177434 w 5951836"/>
                    <a:gd name="connsiteY4" fmla="*/ 11723 h 1316505"/>
                    <a:gd name="connsiteX0" fmla="*/ 137458 w 5951836"/>
                    <a:gd name="connsiteY0" fmla="*/ 0 h 1332491"/>
                    <a:gd name="connsiteX1" fmla="*/ 5825216 w 5951836"/>
                    <a:gd name="connsiteY1" fmla="*/ 15986 h 1332491"/>
                    <a:gd name="connsiteX2" fmla="*/ 5951836 w 5951836"/>
                    <a:gd name="connsiteY2" fmla="*/ 1275694 h 1332491"/>
                    <a:gd name="connsiteX3" fmla="*/ 0 w 5951836"/>
                    <a:gd name="connsiteY3" fmla="*/ 1332491 h 1332491"/>
                    <a:gd name="connsiteX4" fmla="*/ 137458 w 5951836"/>
                    <a:gd name="connsiteY4" fmla="*/ 0 h 1332491"/>
                    <a:gd name="connsiteX0" fmla="*/ 37446 w 5951836"/>
                    <a:gd name="connsiteY0" fmla="*/ 0 h 1391758"/>
                    <a:gd name="connsiteX1" fmla="*/ 5825216 w 5951836"/>
                    <a:gd name="connsiteY1" fmla="*/ 75253 h 1391758"/>
                    <a:gd name="connsiteX2" fmla="*/ 5951836 w 5951836"/>
                    <a:gd name="connsiteY2" fmla="*/ 1334961 h 1391758"/>
                    <a:gd name="connsiteX3" fmla="*/ 0 w 5951836"/>
                    <a:gd name="connsiteY3" fmla="*/ 1391758 h 1391758"/>
                    <a:gd name="connsiteX4" fmla="*/ 37446 w 5951836"/>
                    <a:gd name="connsiteY4" fmla="*/ 0 h 1391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1836" h="1391758">
                      <a:moveTo>
                        <a:pt x="37446" y="0"/>
                      </a:moveTo>
                      <a:lnTo>
                        <a:pt x="5825216" y="75253"/>
                      </a:lnTo>
                      <a:lnTo>
                        <a:pt x="5951836" y="1334961"/>
                      </a:lnTo>
                      <a:lnTo>
                        <a:pt x="0" y="1391758"/>
                      </a:lnTo>
                      <a:lnTo>
                        <a:pt x="37446" y="0"/>
                      </a:lnTo>
                      <a:close/>
                    </a:path>
                  </a:pathLst>
                </a:cu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grpSp>
              <p:nvGrpSpPr>
                <p:cNvPr id="36" name="Group 23"/>
                <p:cNvGrpSpPr/>
                <p:nvPr/>
              </p:nvGrpSpPr>
              <p:grpSpPr>
                <a:xfrm>
                  <a:off x="3854211" y="1699844"/>
                  <a:ext cx="6355001" cy="1465388"/>
                  <a:chOff x="3854211" y="1699844"/>
                  <a:chExt cx="6355001" cy="1465388"/>
                </a:xfrm>
                <a:gradFill>
                  <a:gsLst>
                    <a:gs pos="10000">
                      <a:schemeClr val="bg1">
                        <a:lumMod val="95000"/>
                      </a:schemeClr>
                    </a:gs>
                    <a:gs pos="0">
                      <a:schemeClr val="bg1">
                        <a:lumMod val="95000"/>
                      </a:schemeClr>
                    </a:gs>
                    <a:gs pos="100000">
                      <a:schemeClr val="bg1">
                        <a:lumMod val="95000"/>
                      </a:schemeClr>
                    </a:gs>
                  </a:gsLst>
                  <a:lin ang="8100000" scaled="1"/>
                </a:gradFill>
              </p:grpSpPr>
              <p:sp>
                <p:nvSpPr>
                  <p:cNvPr id="25" name="Rectangle 24"/>
                  <p:cNvSpPr/>
                  <p:nvPr/>
                </p:nvSpPr>
                <p:spPr>
                  <a:xfrm>
                    <a:off x="4099957" y="1699844"/>
                    <a:ext cx="6109255" cy="146538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26" name="Isosceles Triangle 25"/>
                  <p:cNvSpPr/>
                  <p:nvPr/>
                </p:nvSpPr>
                <p:spPr>
                  <a:xfrm rot="16200000">
                    <a:off x="3822680" y="2225335"/>
                    <a:ext cx="457200" cy="394138"/>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grpSp>
          </p:grpSp>
        </p:grpSp>
        <p:sp>
          <p:nvSpPr>
            <p:cNvPr id="52" name="TextBox 51"/>
            <p:cNvSpPr txBox="1"/>
            <p:nvPr/>
          </p:nvSpPr>
          <p:spPr>
            <a:xfrm>
              <a:off x="3740464" y="3419517"/>
              <a:ext cx="7505730" cy="523220"/>
            </a:xfrm>
            <a:prstGeom prst="rect">
              <a:avLst/>
            </a:prstGeom>
            <a:noFill/>
          </p:spPr>
          <p:txBody>
            <a:bodyPr wrap="square" rtlCol="0">
              <a:spAutoFit/>
            </a:bodyPr>
            <a:lstStyle/>
            <a:p>
              <a:r>
                <a:rPr lang="en-US" sz="2800" dirty="0">
                  <a:solidFill>
                    <a:schemeClr val="tx1">
                      <a:lumMod val="75000"/>
                      <a:lumOff val="25000"/>
                    </a:schemeClr>
                  </a:solidFill>
                  <a:cs typeface="Arial" pitchFamily="34" charset="0"/>
                </a:rPr>
                <a:t>Bid Due Date</a:t>
              </a:r>
            </a:p>
          </p:txBody>
        </p:sp>
      </p:grpSp>
      <p:sp>
        <p:nvSpPr>
          <p:cNvPr id="54" name="Title 2"/>
          <p:cNvSpPr txBox="1">
            <a:spLocks/>
          </p:cNvSpPr>
          <p:nvPr/>
        </p:nvSpPr>
        <p:spPr>
          <a:xfrm>
            <a:off x="289086" y="705492"/>
            <a:ext cx="11907861" cy="831851"/>
          </a:xfrm>
          <a:prstGeom prst="rect">
            <a:avLst/>
          </a:prstGeom>
        </p:spPr>
        <p:txBody>
          <a:bodyPr/>
          <a:lstStyle>
            <a:lvl1pPr algn="l" rtl="0" eaLnBrk="1" fontAlgn="base" hangingPunct="1">
              <a:lnSpc>
                <a:spcPct val="90000"/>
              </a:lnSpc>
              <a:spcBef>
                <a:spcPct val="0"/>
              </a:spcBef>
              <a:spcAft>
                <a:spcPct val="0"/>
              </a:spcAft>
              <a:defRPr sz="3000" b="0">
                <a:solidFill>
                  <a:schemeClr val="accent1"/>
                </a:solidFill>
                <a:latin typeface="+mj-lt"/>
                <a:ea typeface="+mj-ea"/>
                <a:cs typeface="Arial" pitchFamily="34" charset="0"/>
              </a:defRPr>
            </a:lvl1pPr>
            <a:lvl2pPr algn="l" rtl="0" eaLnBrk="1" fontAlgn="base" hangingPunct="1">
              <a:lnSpc>
                <a:spcPct val="90000"/>
              </a:lnSpc>
              <a:spcBef>
                <a:spcPct val="0"/>
              </a:spcBef>
              <a:spcAft>
                <a:spcPct val="0"/>
              </a:spcAft>
              <a:defRPr sz="1900" b="1">
                <a:solidFill>
                  <a:srgbClr val="000000"/>
                </a:solidFill>
                <a:latin typeface="Arial" charset="0"/>
              </a:defRPr>
            </a:lvl2pPr>
            <a:lvl3pPr algn="l" rtl="0" eaLnBrk="1" fontAlgn="base" hangingPunct="1">
              <a:lnSpc>
                <a:spcPct val="90000"/>
              </a:lnSpc>
              <a:spcBef>
                <a:spcPct val="0"/>
              </a:spcBef>
              <a:spcAft>
                <a:spcPct val="0"/>
              </a:spcAft>
              <a:defRPr sz="1900" b="1">
                <a:solidFill>
                  <a:srgbClr val="000000"/>
                </a:solidFill>
                <a:latin typeface="Arial" charset="0"/>
              </a:defRPr>
            </a:lvl3pPr>
            <a:lvl4pPr algn="l" rtl="0" eaLnBrk="1" fontAlgn="base" hangingPunct="1">
              <a:lnSpc>
                <a:spcPct val="90000"/>
              </a:lnSpc>
              <a:spcBef>
                <a:spcPct val="0"/>
              </a:spcBef>
              <a:spcAft>
                <a:spcPct val="0"/>
              </a:spcAft>
              <a:defRPr sz="1900" b="1">
                <a:solidFill>
                  <a:srgbClr val="000000"/>
                </a:solidFill>
                <a:latin typeface="Arial" charset="0"/>
              </a:defRPr>
            </a:lvl4pPr>
            <a:lvl5pPr algn="l" rtl="0" eaLnBrk="1" fontAlgn="base" hangingPunct="1">
              <a:lnSpc>
                <a:spcPct val="90000"/>
              </a:lnSpc>
              <a:spcBef>
                <a:spcPct val="0"/>
              </a:spcBef>
              <a:spcAft>
                <a:spcPct val="0"/>
              </a:spcAft>
              <a:defRPr sz="1900" b="1">
                <a:solidFill>
                  <a:srgbClr val="000000"/>
                </a:solidFill>
                <a:latin typeface="Arial" charset="0"/>
              </a:defRPr>
            </a:lvl5pPr>
            <a:lvl6pPr marL="342892" algn="l" rtl="0" eaLnBrk="1" fontAlgn="base" hangingPunct="1">
              <a:lnSpc>
                <a:spcPct val="90000"/>
              </a:lnSpc>
              <a:spcBef>
                <a:spcPct val="0"/>
              </a:spcBef>
              <a:spcAft>
                <a:spcPct val="0"/>
              </a:spcAft>
              <a:defRPr sz="1900" b="1">
                <a:solidFill>
                  <a:srgbClr val="000000"/>
                </a:solidFill>
                <a:latin typeface="Arial" charset="0"/>
              </a:defRPr>
            </a:lvl6pPr>
            <a:lvl7pPr marL="685783" algn="l" rtl="0" eaLnBrk="1" fontAlgn="base" hangingPunct="1">
              <a:lnSpc>
                <a:spcPct val="90000"/>
              </a:lnSpc>
              <a:spcBef>
                <a:spcPct val="0"/>
              </a:spcBef>
              <a:spcAft>
                <a:spcPct val="0"/>
              </a:spcAft>
              <a:defRPr sz="1900" b="1">
                <a:solidFill>
                  <a:srgbClr val="000000"/>
                </a:solidFill>
                <a:latin typeface="Arial" charset="0"/>
              </a:defRPr>
            </a:lvl7pPr>
            <a:lvl8pPr marL="1028675" algn="l" rtl="0" eaLnBrk="1" fontAlgn="base" hangingPunct="1">
              <a:lnSpc>
                <a:spcPct val="90000"/>
              </a:lnSpc>
              <a:spcBef>
                <a:spcPct val="0"/>
              </a:spcBef>
              <a:spcAft>
                <a:spcPct val="0"/>
              </a:spcAft>
              <a:defRPr sz="1900" b="1">
                <a:solidFill>
                  <a:srgbClr val="000000"/>
                </a:solidFill>
                <a:latin typeface="Arial" charset="0"/>
              </a:defRPr>
            </a:lvl8pPr>
            <a:lvl9pPr marL="1371566" algn="l" rtl="0" eaLnBrk="1" fontAlgn="base" hangingPunct="1">
              <a:lnSpc>
                <a:spcPct val="90000"/>
              </a:lnSpc>
              <a:spcBef>
                <a:spcPct val="0"/>
              </a:spcBef>
              <a:spcAft>
                <a:spcPct val="0"/>
              </a:spcAft>
              <a:defRPr sz="1900" b="1">
                <a:solidFill>
                  <a:srgbClr val="000000"/>
                </a:solidFill>
                <a:latin typeface="Arial" charset="0"/>
              </a:defRPr>
            </a:lvl9pPr>
          </a:lstStyle>
          <a:p>
            <a:pPr defTabSz="1219170"/>
            <a:r>
              <a:rPr lang="en-US" sz="3200" b="1" dirty="0"/>
              <a:t>Upcoming Key Dates</a:t>
            </a:r>
            <a:endParaRPr lang="en-US" sz="3200" b="1" kern="0" dirty="0"/>
          </a:p>
        </p:txBody>
      </p:sp>
      <p:sp>
        <p:nvSpPr>
          <p:cNvPr id="2" name="Slide Number Placeholder 1"/>
          <p:cNvSpPr>
            <a:spLocks noGrp="1"/>
          </p:cNvSpPr>
          <p:nvPr>
            <p:ph type="sldNum" sz="quarter" idx="10"/>
          </p:nvPr>
        </p:nvSpPr>
        <p:spPr/>
        <p:txBody>
          <a:bodyPr/>
          <a:lstStyle/>
          <a:p>
            <a:fld id="{9C87F15E-2A6C-4686-9A7F-9B81C9148D0D}" type="slidenum">
              <a:rPr lang="en-US" smtClean="0"/>
              <a:pPr/>
              <a:t>31</a:t>
            </a:fld>
            <a:endParaRPr lang="en-US" dirty="0"/>
          </a:p>
        </p:txBody>
      </p:sp>
      <p:cxnSp>
        <p:nvCxnSpPr>
          <p:cNvPr id="31" name="Straight Connector 30"/>
          <p:cNvCxnSpPr/>
          <p:nvPr/>
        </p:nvCxnSpPr>
        <p:spPr>
          <a:xfrm flipV="1">
            <a:off x="420130" y="1233263"/>
            <a:ext cx="11531248" cy="50939"/>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4CAD1701-64AF-C7A2-7ADF-FA1628BE7AA6}"/>
              </a:ext>
            </a:extLst>
          </p:cNvPr>
          <p:cNvGrpSpPr/>
          <p:nvPr/>
        </p:nvGrpSpPr>
        <p:grpSpPr>
          <a:xfrm>
            <a:off x="1152177" y="1557329"/>
            <a:ext cx="10181677" cy="1348278"/>
            <a:chOff x="1164723" y="3199229"/>
            <a:chExt cx="10181677" cy="1348278"/>
          </a:xfrm>
        </p:grpSpPr>
        <p:grpSp>
          <p:nvGrpSpPr>
            <p:cNvPr id="5" name="Group 18">
              <a:extLst>
                <a:ext uri="{FF2B5EF4-FFF2-40B4-BE49-F238E27FC236}">
                  <a16:creationId xmlns:a16="http://schemas.microsoft.com/office/drawing/2014/main" id="{90457C1D-811F-15A5-930C-C74953EF47DD}"/>
                </a:ext>
              </a:extLst>
            </p:cNvPr>
            <p:cNvGrpSpPr/>
            <p:nvPr/>
          </p:nvGrpSpPr>
          <p:grpSpPr>
            <a:xfrm>
              <a:off x="1164723" y="3199229"/>
              <a:ext cx="10181677" cy="1348278"/>
              <a:chOff x="2229710" y="1699844"/>
              <a:chExt cx="7979502" cy="1734709"/>
            </a:xfrm>
          </p:grpSpPr>
          <p:grpSp>
            <p:nvGrpSpPr>
              <p:cNvPr id="9" name="Group 19">
                <a:extLst>
                  <a:ext uri="{FF2B5EF4-FFF2-40B4-BE49-F238E27FC236}">
                    <a16:creationId xmlns:a16="http://schemas.microsoft.com/office/drawing/2014/main" id="{6374E17A-99D2-7E4D-389D-5CD026D572AA}"/>
                  </a:ext>
                </a:extLst>
              </p:cNvPr>
              <p:cNvGrpSpPr/>
              <p:nvPr/>
            </p:nvGrpSpPr>
            <p:grpSpPr>
              <a:xfrm>
                <a:off x="2229710" y="1699844"/>
                <a:ext cx="1624501" cy="1734709"/>
                <a:chOff x="2229710" y="1699844"/>
                <a:chExt cx="1624501" cy="1734709"/>
              </a:xfrm>
            </p:grpSpPr>
            <p:sp>
              <p:nvSpPr>
                <p:cNvPr id="37" name="Freeform 26">
                  <a:extLst>
                    <a:ext uri="{FF2B5EF4-FFF2-40B4-BE49-F238E27FC236}">
                      <a16:creationId xmlns:a16="http://schemas.microsoft.com/office/drawing/2014/main" id="{2249EECE-D110-88EB-34C1-5849EDB87C5F}"/>
                    </a:ext>
                  </a:extLst>
                </p:cNvPr>
                <p:cNvSpPr/>
                <p:nvPr/>
              </p:nvSpPr>
              <p:spPr>
                <a:xfrm>
                  <a:off x="2229710" y="1756217"/>
                  <a:ext cx="1410507" cy="1401414"/>
                </a:xfrm>
                <a:custGeom>
                  <a:avLst/>
                  <a:gdLst>
                    <a:gd name="connsiteX0" fmla="*/ 0 w 1465388"/>
                    <a:gd name="connsiteY0" fmla="*/ 0 h 1465388"/>
                    <a:gd name="connsiteX1" fmla="*/ 1465388 w 1465388"/>
                    <a:gd name="connsiteY1" fmla="*/ 0 h 1465388"/>
                    <a:gd name="connsiteX2" fmla="*/ 1465388 w 1465388"/>
                    <a:gd name="connsiteY2" fmla="*/ 1465388 h 1465388"/>
                    <a:gd name="connsiteX3" fmla="*/ 0 w 1465388"/>
                    <a:gd name="connsiteY3" fmla="*/ 1465388 h 1465388"/>
                    <a:gd name="connsiteX4" fmla="*/ 0 w 1465388"/>
                    <a:gd name="connsiteY4" fmla="*/ 0 h 1465388"/>
                    <a:gd name="connsiteX0" fmla="*/ 314916 w 1925576"/>
                    <a:gd name="connsiteY0" fmla="*/ 342901 h 1914384"/>
                    <a:gd name="connsiteX1" fmla="*/ 1695482 w 1925576"/>
                    <a:gd name="connsiteY1" fmla="*/ 224498 h 1914384"/>
                    <a:gd name="connsiteX2" fmla="*/ 1695482 w 1925576"/>
                    <a:gd name="connsiteY2" fmla="*/ 1689886 h 1914384"/>
                    <a:gd name="connsiteX3" fmla="*/ 230094 w 1925576"/>
                    <a:gd name="connsiteY3" fmla="*/ 1689886 h 1914384"/>
                    <a:gd name="connsiteX4" fmla="*/ 314916 w 1925576"/>
                    <a:gd name="connsiteY4" fmla="*/ 342901 h 1914384"/>
                    <a:gd name="connsiteX0" fmla="*/ 314916 w 1925576"/>
                    <a:gd name="connsiteY0" fmla="*/ 342901 h 1689886"/>
                    <a:gd name="connsiteX1" fmla="*/ 1695482 w 1925576"/>
                    <a:gd name="connsiteY1" fmla="*/ 224498 h 1689886"/>
                    <a:gd name="connsiteX2" fmla="*/ 1695482 w 1925576"/>
                    <a:gd name="connsiteY2" fmla="*/ 1689886 h 1689886"/>
                    <a:gd name="connsiteX3" fmla="*/ 230094 w 1925576"/>
                    <a:gd name="connsiteY3" fmla="*/ 1689886 h 1689886"/>
                    <a:gd name="connsiteX4" fmla="*/ 314916 w 1925576"/>
                    <a:gd name="connsiteY4" fmla="*/ 342901 h 1689886"/>
                    <a:gd name="connsiteX0" fmla="*/ 84822 w 1695482"/>
                    <a:gd name="connsiteY0" fmla="*/ 342901 h 1689886"/>
                    <a:gd name="connsiteX1" fmla="*/ 1465388 w 1695482"/>
                    <a:gd name="connsiteY1" fmla="*/ 224498 h 1689886"/>
                    <a:gd name="connsiteX2" fmla="*/ 1465388 w 1695482"/>
                    <a:gd name="connsiteY2" fmla="*/ 1689886 h 1689886"/>
                    <a:gd name="connsiteX3" fmla="*/ 0 w 1695482"/>
                    <a:gd name="connsiteY3" fmla="*/ 1689886 h 1689886"/>
                    <a:gd name="connsiteX4" fmla="*/ 84822 w 1695482"/>
                    <a:gd name="connsiteY4" fmla="*/ 342901 h 1689886"/>
                    <a:gd name="connsiteX0" fmla="*/ 84822 w 1695482"/>
                    <a:gd name="connsiteY0" fmla="*/ 118403 h 1465388"/>
                    <a:gd name="connsiteX1" fmla="*/ 1465388 w 1695482"/>
                    <a:gd name="connsiteY1" fmla="*/ 0 h 1465388"/>
                    <a:gd name="connsiteX2" fmla="*/ 1465388 w 1695482"/>
                    <a:gd name="connsiteY2" fmla="*/ 1465388 h 1465388"/>
                    <a:gd name="connsiteX3" fmla="*/ 0 w 1695482"/>
                    <a:gd name="connsiteY3" fmla="*/ 1465388 h 1465388"/>
                    <a:gd name="connsiteX4" fmla="*/ 84822 w 1695482"/>
                    <a:gd name="connsiteY4" fmla="*/ 118403 h 1465388"/>
                    <a:gd name="connsiteX0" fmla="*/ 84822 w 1465388"/>
                    <a:gd name="connsiteY0" fmla="*/ 118403 h 1465388"/>
                    <a:gd name="connsiteX1" fmla="*/ 1465388 w 1465388"/>
                    <a:gd name="connsiteY1" fmla="*/ 0 h 1465388"/>
                    <a:gd name="connsiteX2" fmla="*/ 1465388 w 1465388"/>
                    <a:gd name="connsiteY2" fmla="*/ 1465388 h 1465388"/>
                    <a:gd name="connsiteX3" fmla="*/ 0 w 1465388"/>
                    <a:gd name="connsiteY3" fmla="*/ 1465388 h 1465388"/>
                    <a:gd name="connsiteX4" fmla="*/ 84822 w 1465388"/>
                    <a:gd name="connsiteY4" fmla="*/ 118403 h 1465388"/>
                    <a:gd name="connsiteX0" fmla="*/ 84822 w 1465388"/>
                    <a:gd name="connsiteY0" fmla="*/ 0 h 1346985"/>
                    <a:gd name="connsiteX1" fmla="*/ 1292302 w 1465388"/>
                    <a:gd name="connsiteY1" fmla="*/ 8206 h 1346985"/>
                    <a:gd name="connsiteX2" fmla="*/ 1465388 w 1465388"/>
                    <a:gd name="connsiteY2" fmla="*/ 1346985 h 1346985"/>
                    <a:gd name="connsiteX3" fmla="*/ 0 w 1465388"/>
                    <a:gd name="connsiteY3" fmla="*/ 1346985 h 1346985"/>
                    <a:gd name="connsiteX4" fmla="*/ 84822 w 1465388"/>
                    <a:gd name="connsiteY4" fmla="*/ 0 h 1346985"/>
                    <a:gd name="connsiteX0" fmla="*/ 84822 w 1441576"/>
                    <a:gd name="connsiteY0" fmla="*/ 0 h 1346985"/>
                    <a:gd name="connsiteX1" fmla="*/ 1292302 w 1441576"/>
                    <a:gd name="connsiteY1" fmla="*/ 8206 h 1346985"/>
                    <a:gd name="connsiteX2" fmla="*/ 1441576 w 1441576"/>
                    <a:gd name="connsiteY2" fmla="*/ 1339728 h 1346985"/>
                    <a:gd name="connsiteX3" fmla="*/ 0 w 1441576"/>
                    <a:gd name="connsiteY3" fmla="*/ 1346985 h 1346985"/>
                    <a:gd name="connsiteX4" fmla="*/ 84822 w 1441576"/>
                    <a:gd name="connsiteY4" fmla="*/ 0 h 1346985"/>
                    <a:gd name="connsiteX0" fmla="*/ 140839 w 1441576"/>
                    <a:gd name="connsiteY0" fmla="*/ 0 h 1401414"/>
                    <a:gd name="connsiteX1" fmla="*/ 1292302 w 1441576"/>
                    <a:gd name="connsiteY1" fmla="*/ 62635 h 1401414"/>
                    <a:gd name="connsiteX2" fmla="*/ 1441576 w 1441576"/>
                    <a:gd name="connsiteY2" fmla="*/ 1394157 h 1401414"/>
                    <a:gd name="connsiteX3" fmla="*/ 0 w 1441576"/>
                    <a:gd name="connsiteY3" fmla="*/ 1401414 h 1401414"/>
                    <a:gd name="connsiteX4" fmla="*/ 140839 w 1441576"/>
                    <a:gd name="connsiteY4" fmla="*/ 0 h 1401414"/>
                    <a:gd name="connsiteX0" fmla="*/ 140839 w 1410507"/>
                    <a:gd name="connsiteY0" fmla="*/ 0 h 1401414"/>
                    <a:gd name="connsiteX1" fmla="*/ 1292302 w 1410507"/>
                    <a:gd name="connsiteY1" fmla="*/ 62635 h 1401414"/>
                    <a:gd name="connsiteX2" fmla="*/ 1410507 w 1410507"/>
                    <a:gd name="connsiteY2" fmla="*/ 1361500 h 1401414"/>
                    <a:gd name="connsiteX3" fmla="*/ 0 w 1410507"/>
                    <a:gd name="connsiteY3" fmla="*/ 1401414 h 1401414"/>
                    <a:gd name="connsiteX4" fmla="*/ 140839 w 1410507"/>
                    <a:gd name="connsiteY4" fmla="*/ 0 h 1401414"/>
                    <a:gd name="connsiteX0" fmla="*/ 40827 w 1410507"/>
                    <a:gd name="connsiteY0" fmla="*/ 0 h 1401414"/>
                    <a:gd name="connsiteX1" fmla="*/ 1292302 w 1410507"/>
                    <a:gd name="connsiteY1" fmla="*/ 62635 h 1401414"/>
                    <a:gd name="connsiteX2" fmla="*/ 1410507 w 1410507"/>
                    <a:gd name="connsiteY2" fmla="*/ 1361500 h 1401414"/>
                    <a:gd name="connsiteX3" fmla="*/ 0 w 1410507"/>
                    <a:gd name="connsiteY3" fmla="*/ 1401414 h 1401414"/>
                    <a:gd name="connsiteX4" fmla="*/ 40827 w 1410507"/>
                    <a:gd name="connsiteY4" fmla="*/ 0 h 1401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0507" h="1401414">
                      <a:moveTo>
                        <a:pt x="40827" y="0"/>
                      </a:moveTo>
                      <a:lnTo>
                        <a:pt x="1292302" y="62635"/>
                      </a:lnTo>
                      <a:lnTo>
                        <a:pt x="1410507" y="1361500"/>
                      </a:lnTo>
                      <a:lnTo>
                        <a:pt x="0" y="1401414"/>
                      </a:lnTo>
                      <a:lnTo>
                        <a:pt x="40827" y="0"/>
                      </a:lnTo>
                      <a:close/>
                    </a:path>
                  </a:pathLst>
                </a:cu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38" name="Rectangle 37">
                  <a:extLst>
                    <a:ext uri="{FF2B5EF4-FFF2-40B4-BE49-F238E27FC236}">
                      <a16:creationId xmlns:a16="http://schemas.microsoft.com/office/drawing/2014/main" id="{2FBE533E-89F1-B617-CF15-53594EC3CE93}"/>
                    </a:ext>
                  </a:extLst>
                </p:cNvPr>
                <p:cNvSpPr/>
                <p:nvPr/>
              </p:nvSpPr>
              <p:spPr>
                <a:xfrm>
                  <a:off x="2229711" y="1699844"/>
                  <a:ext cx="1624500" cy="1734709"/>
                </a:xfrm>
                <a:prstGeom prst="rect">
                  <a:avLst/>
                </a:prstGeom>
                <a:gradFill>
                  <a:gsLst>
                    <a:gs pos="10000">
                      <a:schemeClr val="bg1">
                        <a:lumMod val="95000"/>
                      </a:schemeClr>
                    </a:gs>
                    <a:gs pos="0">
                      <a:schemeClr val="bg1">
                        <a:lumMod val="95000"/>
                      </a:schemeClr>
                    </a:gs>
                    <a:gs pos="100000">
                      <a:schemeClr val="bg1">
                        <a:lumMod val="95000"/>
                      </a:schemeClr>
                    </a:gs>
                  </a:gsLst>
                  <a:lin ang="81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39" name="Rectangle 38">
                  <a:extLst>
                    <a:ext uri="{FF2B5EF4-FFF2-40B4-BE49-F238E27FC236}">
                      <a16:creationId xmlns:a16="http://schemas.microsoft.com/office/drawing/2014/main" id="{ADEDC00C-24C7-0585-DC16-CC211E682740}"/>
                    </a:ext>
                  </a:extLst>
                </p:cNvPr>
                <p:cNvSpPr/>
                <p:nvPr/>
              </p:nvSpPr>
              <p:spPr>
                <a:xfrm>
                  <a:off x="2307117" y="1864588"/>
                  <a:ext cx="1471605" cy="1349415"/>
                </a:xfrm>
                <a:prstGeom prst="rect">
                  <a:avLst/>
                </a:prstGeom>
                <a:solidFill>
                  <a:srgbClr val="6A9DC1"/>
                </a:solidFill>
                <a:ln>
                  <a:noFill/>
                </a:ln>
                <a:effectLst>
                  <a:innerShdw blurRad="63500" dist="38100" dir="18900000">
                    <a:prstClr val="black">
                      <a:alpha val="3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mj-lt"/>
                      <a:cs typeface="Arial" pitchFamily="34" charset="0"/>
                    </a:rPr>
                    <a:t>September 23 at 2pm</a:t>
                  </a:r>
                  <a:endParaRPr lang="en-US" b="1" dirty="0">
                    <a:solidFill>
                      <a:srgbClr val="FF0000"/>
                    </a:solidFill>
                    <a:latin typeface="+mj-lt"/>
                    <a:cs typeface="Arial" pitchFamily="34" charset="0"/>
                  </a:endParaRPr>
                </a:p>
              </p:txBody>
            </p:sp>
          </p:grpSp>
          <p:grpSp>
            <p:nvGrpSpPr>
              <p:cNvPr id="14" name="Group 20">
                <a:extLst>
                  <a:ext uri="{FF2B5EF4-FFF2-40B4-BE49-F238E27FC236}">
                    <a16:creationId xmlns:a16="http://schemas.microsoft.com/office/drawing/2014/main" id="{8704641B-D48D-3926-66F8-FBADDA2EBC1A}"/>
                  </a:ext>
                </a:extLst>
              </p:cNvPr>
              <p:cNvGrpSpPr/>
              <p:nvPr/>
            </p:nvGrpSpPr>
            <p:grpSpPr>
              <a:xfrm>
                <a:off x="3854211" y="1699844"/>
                <a:ext cx="6355001" cy="1465388"/>
                <a:chOff x="3854211" y="1699844"/>
                <a:chExt cx="6355001" cy="1465388"/>
              </a:xfrm>
            </p:grpSpPr>
            <p:sp>
              <p:nvSpPr>
                <p:cNvPr id="16" name="Isosceles Triangle 15">
                  <a:extLst>
                    <a:ext uri="{FF2B5EF4-FFF2-40B4-BE49-F238E27FC236}">
                      <a16:creationId xmlns:a16="http://schemas.microsoft.com/office/drawing/2014/main" id="{10867A0D-E55B-F603-7A20-55869DC5D834}"/>
                    </a:ext>
                  </a:extLst>
                </p:cNvPr>
                <p:cNvSpPr/>
                <p:nvPr/>
              </p:nvSpPr>
              <p:spPr>
                <a:xfrm rot="16200000">
                  <a:off x="3903183" y="2268691"/>
                  <a:ext cx="258490" cy="309132"/>
                </a:xfrm>
                <a:prstGeom prst="triangle">
                  <a:avLst/>
                </a:pr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17" name="Freeform 22">
                  <a:extLst>
                    <a:ext uri="{FF2B5EF4-FFF2-40B4-BE49-F238E27FC236}">
                      <a16:creationId xmlns:a16="http://schemas.microsoft.com/office/drawing/2014/main" id="{D8A2D5C0-D3A4-353E-70B5-6B6801F04871}"/>
                    </a:ext>
                  </a:extLst>
                </p:cNvPr>
                <p:cNvSpPr/>
                <p:nvPr/>
              </p:nvSpPr>
              <p:spPr>
                <a:xfrm>
                  <a:off x="4103355" y="1760735"/>
                  <a:ext cx="5951836" cy="1391758"/>
                </a:xfrm>
                <a:custGeom>
                  <a:avLst/>
                  <a:gdLst>
                    <a:gd name="connsiteX0" fmla="*/ 0 w 6109255"/>
                    <a:gd name="connsiteY0" fmla="*/ 0 h 1465388"/>
                    <a:gd name="connsiteX1" fmla="*/ 6109255 w 6109255"/>
                    <a:gd name="connsiteY1" fmla="*/ 0 h 1465388"/>
                    <a:gd name="connsiteX2" fmla="*/ 6109255 w 6109255"/>
                    <a:gd name="connsiteY2" fmla="*/ 1465388 h 1465388"/>
                    <a:gd name="connsiteX3" fmla="*/ 0 w 6109255"/>
                    <a:gd name="connsiteY3" fmla="*/ 1465388 h 1465388"/>
                    <a:gd name="connsiteX4" fmla="*/ 0 w 6109255"/>
                    <a:gd name="connsiteY4" fmla="*/ 0 h 1465388"/>
                    <a:gd name="connsiteX0" fmla="*/ 177434 w 6109255"/>
                    <a:gd name="connsiteY0" fmla="*/ 160606 h 1465388"/>
                    <a:gd name="connsiteX1" fmla="*/ 6109255 w 6109255"/>
                    <a:gd name="connsiteY1" fmla="*/ 0 h 1465388"/>
                    <a:gd name="connsiteX2" fmla="*/ 6109255 w 6109255"/>
                    <a:gd name="connsiteY2" fmla="*/ 1465388 h 1465388"/>
                    <a:gd name="connsiteX3" fmla="*/ 0 w 6109255"/>
                    <a:gd name="connsiteY3" fmla="*/ 1465388 h 1465388"/>
                    <a:gd name="connsiteX4" fmla="*/ 177434 w 6109255"/>
                    <a:gd name="connsiteY4" fmla="*/ 160606 h 1465388"/>
                    <a:gd name="connsiteX0" fmla="*/ 177434 w 6109255"/>
                    <a:gd name="connsiteY0" fmla="*/ 0 h 1304782"/>
                    <a:gd name="connsiteX1" fmla="*/ 5817766 w 6109255"/>
                    <a:gd name="connsiteY1" fmla="*/ 70339 h 1304782"/>
                    <a:gd name="connsiteX2" fmla="*/ 6109255 w 6109255"/>
                    <a:gd name="connsiteY2" fmla="*/ 1304782 h 1304782"/>
                    <a:gd name="connsiteX3" fmla="*/ 0 w 6109255"/>
                    <a:gd name="connsiteY3" fmla="*/ 1304782 h 1304782"/>
                    <a:gd name="connsiteX4" fmla="*/ 177434 w 6109255"/>
                    <a:gd name="connsiteY4" fmla="*/ 0 h 1304782"/>
                    <a:gd name="connsiteX0" fmla="*/ 177434 w 6109255"/>
                    <a:gd name="connsiteY0" fmla="*/ 11723 h 1316505"/>
                    <a:gd name="connsiteX1" fmla="*/ 5825216 w 6109255"/>
                    <a:gd name="connsiteY1" fmla="*/ 0 h 1316505"/>
                    <a:gd name="connsiteX2" fmla="*/ 6109255 w 6109255"/>
                    <a:gd name="connsiteY2" fmla="*/ 1316505 h 1316505"/>
                    <a:gd name="connsiteX3" fmla="*/ 0 w 6109255"/>
                    <a:gd name="connsiteY3" fmla="*/ 1316505 h 1316505"/>
                    <a:gd name="connsiteX4" fmla="*/ 177434 w 6109255"/>
                    <a:gd name="connsiteY4" fmla="*/ 11723 h 1316505"/>
                    <a:gd name="connsiteX0" fmla="*/ 177434 w 6003013"/>
                    <a:gd name="connsiteY0" fmla="*/ 11723 h 1317943"/>
                    <a:gd name="connsiteX1" fmla="*/ 5825216 w 6003013"/>
                    <a:gd name="connsiteY1" fmla="*/ 0 h 1317943"/>
                    <a:gd name="connsiteX2" fmla="*/ 6003013 w 6003013"/>
                    <a:gd name="connsiteY2" fmla="*/ 1317943 h 1317943"/>
                    <a:gd name="connsiteX3" fmla="*/ 0 w 6003013"/>
                    <a:gd name="connsiteY3" fmla="*/ 1316505 h 1317943"/>
                    <a:gd name="connsiteX4" fmla="*/ 177434 w 6003013"/>
                    <a:gd name="connsiteY4" fmla="*/ 11723 h 1317943"/>
                    <a:gd name="connsiteX0" fmla="*/ 177434 w 5998739"/>
                    <a:gd name="connsiteY0" fmla="*/ 11723 h 1316505"/>
                    <a:gd name="connsiteX1" fmla="*/ 5825216 w 5998739"/>
                    <a:gd name="connsiteY1" fmla="*/ 0 h 1316505"/>
                    <a:gd name="connsiteX2" fmla="*/ 5998739 w 5998739"/>
                    <a:gd name="connsiteY2" fmla="*/ 1273563 h 1316505"/>
                    <a:gd name="connsiteX3" fmla="*/ 0 w 5998739"/>
                    <a:gd name="connsiteY3" fmla="*/ 1316505 h 1316505"/>
                    <a:gd name="connsiteX4" fmla="*/ 177434 w 5998739"/>
                    <a:gd name="connsiteY4" fmla="*/ 11723 h 1316505"/>
                    <a:gd name="connsiteX0" fmla="*/ 177434 w 5951836"/>
                    <a:gd name="connsiteY0" fmla="*/ 11723 h 1316505"/>
                    <a:gd name="connsiteX1" fmla="*/ 5825216 w 5951836"/>
                    <a:gd name="connsiteY1" fmla="*/ 0 h 1316505"/>
                    <a:gd name="connsiteX2" fmla="*/ 5951836 w 5951836"/>
                    <a:gd name="connsiteY2" fmla="*/ 1259708 h 1316505"/>
                    <a:gd name="connsiteX3" fmla="*/ 0 w 5951836"/>
                    <a:gd name="connsiteY3" fmla="*/ 1316505 h 1316505"/>
                    <a:gd name="connsiteX4" fmla="*/ 177434 w 5951836"/>
                    <a:gd name="connsiteY4" fmla="*/ 11723 h 1316505"/>
                    <a:gd name="connsiteX0" fmla="*/ 137458 w 5951836"/>
                    <a:gd name="connsiteY0" fmla="*/ 0 h 1332491"/>
                    <a:gd name="connsiteX1" fmla="*/ 5825216 w 5951836"/>
                    <a:gd name="connsiteY1" fmla="*/ 15986 h 1332491"/>
                    <a:gd name="connsiteX2" fmla="*/ 5951836 w 5951836"/>
                    <a:gd name="connsiteY2" fmla="*/ 1275694 h 1332491"/>
                    <a:gd name="connsiteX3" fmla="*/ 0 w 5951836"/>
                    <a:gd name="connsiteY3" fmla="*/ 1332491 h 1332491"/>
                    <a:gd name="connsiteX4" fmla="*/ 137458 w 5951836"/>
                    <a:gd name="connsiteY4" fmla="*/ 0 h 1332491"/>
                    <a:gd name="connsiteX0" fmla="*/ 37446 w 5951836"/>
                    <a:gd name="connsiteY0" fmla="*/ 0 h 1391758"/>
                    <a:gd name="connsiteX1" fmla="*/ 5825216 w 5951836"/>
                    <a:gd name="connsiteY1" fmla="*/ 75253 h 1391758"/>
                    <a:gd name="connsiteX2" fmla="*/ 5951836 w 5951836"/>
                    <a:gd name="connsiteY2" fmla="*/ 1334961 h 1391758"/>
                    <a:gd name="connsiteX3" fmla="*/ 0 w 5951836"/>
                    <a:gd name="connsiteY3" fmla="*/ 1391758 h 1391758"/>
                    <a:gd name="connsiteX4" fmla="*/ 37446 w 5951836"/>
                    <a:gd name="connsiteY4" fmla="*/ 0 h 1391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1836" h="1391758">
                      <a:moveTo>
                        <a:pt x="37446" y="0"/>
                      </a:moveTo>
                      <a:lnTo>
                        <a:pt x="5825216" y="75253"/>
                      </a:lnTo>
                      <a:lnTo>
                        <a:pt x="5951836" y="1334961"/>
                      </a:lnTo>
                      <a:lnTo>
                        <a:pt x="0" y="1391758"/>
                      </a:lnTo>
                      <a:lnTo>
                        <a:pt x="37446" y="0"/>
                      </a:lnTo>
                      <a:close/>
                    </a:path>
                  </a:pathLst>
                </a:custGeom>
                <a:solidFill>
                  <a:schemeClr val="bg1"/>
                </a:solidFill>
                <a:ln>
                  <a:noFill/>
                </a:ln>
                <a:effectLst>
                  <a:outerShdw blurRad="127000" dist="38100" dir="8100000" algn="tr" rotWithShape="0">
                    <a:prstClr val="black">
                      <a:alpha val="5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grpSp>
              <p:nvGrpSpPr>
                <p:cNvPr id="18" name="Group 23">
                  <a:extLst>
                    <a:ext uri="{FF2B5EF4-FFF2-40B4-BE49-F238E27FC236}">
                      <a16:creationId xmlns:a16="http://schemas.microsoft.com/office/drawing/2014/main" id="{E41941C4-E715-94F4-CA37-13741E68F6E7}"/>
                    </a:ext>
                  </a:extLst>
                </p:cNvPr>
                <p:cNvGrpSpPr/>
                <p:nvPr/>
              </p:nvGrpSpPr>
              <p:grpSpPr>
                <a:xfrm>
                  <a:off x="3854211" y="1699844"/>
                  <a:ext cx="6355001" cy="1465388"/>
                  <a:chOff x="3854211" y="1699844"/>
                  <a:chExt cx="6355001" cy="1465388"/>
                </a:xfrm>
                <a:gradFill>
                  <a:gsLst>
                    <a:gs pos="10000">
                      <a:schemeClr val="bg1">
                        <a:lumMod val="95000"/>
                      </a:schemeClr>
                    </a:gs>
                    <a:gs pos="0">
                      <a:schemeClr val="bg1">
                        <a:lumMod val="95000"/>
                      </a:schemeClr>
                    </a:gs>
                    <a:gs pos="100000">
                      <a:schemeClr val="bg1">
                        <a:lumMod val="95000"/>
                      </a:schemeClr>
                    </a:gs>
                  </a:gsLst>
                  <a:lin ang="8100000" scaled="1"/>
                </a:gradFill>
              </p:grpSpPr>
              <p:sp>
                <p:nvSpPr>
                  <p:cNvPr id="30" name="Rectangle 29">
                    <a:extLst>
                      <a:ext uri="{FF2B5EF4-FFF2-40B4-BE49-F238E27FC236}">
                        <a16:creationId xmlns:a16="http://schemas.microsoft.com/office/drawing/2014/main" id="{500C93D1-0015-0DD4-004F-C121DB294087}"/>
                      </a:ext>
                    </a:extLst>
                  </p:cNvPr>
                  <p:cNvSpPr/>
                  <p:nvPr/>
                </p:nvSpPr>
                <p:spPr>
                  <a:xfrm>
                    <a:off x="4099957" y="1699844"/>
                    <a:ext cx="6109255" cy="1465388"/>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sp>
                <p:nvSpPr>
                  <p:cNvPr id="32" name="Isosceles Triangle 31">
                    <a:extLst>
                      <a:ext uri="{FF2B5EF4-FFF2-40B4-BE49-F238E27FC236}">
                        <a16:creationId xmlns:a16="http://schemas.microsoft.com/office/drawing/2014/main" id="{C08B0983-1D5B-58B5-2825-67133E80CAEB}"/>
                      </a:ext>
                    </a:extLst>
                  </p:cNvPr>
                  <p:cNvSpPr/>
                  <p:nvPr/>
                </p:nvSpPr>
                <p:spPr>
                  <a:xfrm rot="16200000">
                    <a:off x="3822680" y="2225335"/>
                    <a:ext cx="457200" cy="394138"/>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99" dirty="0"/>
                  </a:p>
                </p:txBody>
              </p:sp>
            </p:grpSp>
          </p:grpSp>
        </p:grpSp>
        <p:sp>
          <p:nvSpPr>
            <p:cNvPr id="6" name="TextBox 5">
              <a:extLst>
                <a:ext uri="{FF2B5EF4-FFF2-40B4-BE49-F238E27FC236}">
                  <a16:creationId xmlns:a16="http://schemas.microsoft.com/office/drawing/2014/main" id="{D6DE2809-0B4B-9F81-BC84-5C74F860CAA4}"/>
                </a:ext>
              </a:extLst>
            </p:cNvPr>
            <p:cNvSpPr txBox="1"/>
            <p:nvPr/>
          </p:nvSpPr>
          <p:spPr>
            <a:xfrm>
              <a:off x="3740464" y="3419517"/>
              <a:ext cx="7505730" cy="523220"/>
            </a:xfrm>
            <a:prstGeom prst="rect">
              <a:avLst/>
            </a:prstGeom>
            <a:noFill/>
          </p:spPr>
          <p:txBody>
            <a:bodyPr wrap="square" rtlCol="0">
              <a:spAutoFit/>
            </a:bodyPr>
            <a:lstStyle/>
            <a:p>
              <a:r>
                <a:rPr lang="en-US" sz="2800" dirty="0">
                  <a:solidFill>
                    <a:schemeClr val="tx1">
                      <a:lumMod val="75000"/>
                      <a:lumOff val="25000"/>
                    </a:schemeClr>
                  </a:solidFill>
                  <a:cs typeface="Arial" pitchFamily="34" charset="0"/>
                </a:rPr>
                <a:t>Site Visit</a:t>
              </a:r>
            </a:p>
          </p:txBody>
        </p:sp>
      </p:grpSp>
    </p:spTree>
    <p:extLst>
      <p:ext uri="{BB962C8B-B14F-4D97-AF65-F5344CB8AC3E}">
        <p14:creationId xmlns:p14="http://schemas.microsoft.com/office/powerpoint/2010/main" val="206310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 calcmode="lin" valueType="num">
                                      <p:cBhvr>
                                        <p:cTn id="9" dur="500" fill="hold"/>
                                        <p:tgtEl>
                                          <p:spTgt spid="19"/>
                                        </p:tgtEl>
                                        <p:attrNameLst>
                                          <p:attrName>style.rotation</p:attrName>
                                        </p:attrNameLst>
                                      </p:cBhvr>
                                      <p:tavLst>
                                        <p:tav tm="0">
                                          <p:val>
                                            <p:fltVal val="90"/>
                                          </p:val>
                                        </p:tav>
                                        <p:tav tm="100000">
                                          <p:val>
                                            <p:fltVal val="0"/>
                                          </p:val>
                                        </p:tav>
                                      </p:tavLst>
                                    </p:anim>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heckerboard(across)">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checkerboard(across)">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6860275" y="2166174"/>
            <a:ext cx="4883856" cy="1256964"/>
          </a:xfrm>
        </p:spPr>
        <p:txBody>
          <a:bodyPr/>
          <a:lstStyle/>
          <a:p>
            <a:br>
              <a:rPr lang="en-US" sz="4400" dirty="0"/>
            </a:br>
            <a:br>
              <a:rPr lang="en-US" sz="4400" dirty="0"/>
            </a:br>
            <a:br>
              <a:rPr lang="en-US" sz="4400" dirty="0"/>
            </a:br>
            <a:br>
              <a:rPr lang="en-US" sz="4400" dirty="0"/>
            </a:br>
            <a:br>
              <a:rPr lang="en-US" sz="4400" dirty="0"/>
            </a:br>
            <a:r>
              <a:rPr lang="en-US" b="1" dirty="0"/>
              <a:t>QUESTIONS?</a:t>
            </a:r>
            <a:br>
              <a:rPr lang="en-US" dirty="0"/>
            </a:br>
            <a:endParaRPr lang="en-US" dirty="0">
              <a:solidFill>
                <a:srgbClr val="FF0000"/>
              </a:solidFill>
            </a:endParaRPr>
          </a:p>
        </p:txBody>
      </p:sp>
    </p:spTree>
    <p:extLst>
      <p:ext uri="{BB962C8B-B14F-4D97-AF65-F5344CB8AC3E}">
        <p14:creationId xmlns:p14="http://schemas.microsoft.com/office/powerpoint/2010/main" val="243122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251736" y="3520362"/>
            <a:ext cx="11472672" cy="2492988"/>
          </a:xfrm>
        </p:spPr>
        <p:txBody>
          <a:bodyPr/>
          <a:lstStyle/>
          <a:p>
            <a:pPr>
              <a:buClr>
                <a:srgbClr val="F07F09"/>
              </a:buClr>
            </a:pPr>
            <a:endParaRPr lang="en-US" sz="2400" dirty="0"/>
          </a:p>
          <a:p>
            <a:pPr>
              <a:buClr>
                <a:srgbClr val="F07F09"/>
              </a:buClr>
            </a:pPr>
            <a:r>
              <a:rPr lang="en-US" sz="2800" dirty="0"/>
              <a:t>Thank you for attending the pre-bid conference.  </a:t>
            </a:r>
          </a:p>
          <a:p>
            <a:pPr>
              <a:buClr>
                <a:srgbClr val="F07F09"/>
              </a:buClr>
            </a:pPr>
            <a:r>
              <a:rPr lang="en-US" sz="2800" dirty="0"/>
              <a:t>We look forward to receiving your bid.</a:t>
            </a:r>
          </a:p>
          <a:p>
            <a:endParaRPr lang="en-US" sz="6000" dirty="0"/>
          </a:p>
        </p:txBody>
      </p:sp>
      <p:sp>
        <p:nvSpPr>
          <p:cNvPr id="4" name="Title 3"/>
          <p:cNvSpPr>
            <a:spLocks noGrp="1"/>
          </p:cNvSpPr>
          <p:nvPr>
            <p:ph type="title"/>
          </p:nvPr>
        </p:nvSpPr>
        <p:spPr/>
        <p:txBody>
          <a:bodyPr/>
          <a:lstStyle/>
          <a:p>
            <a:r>
              <a:rPr lang="en-US" sz="3200" b="1" dirty="0"/>
              <a:t>Adjourn</a:t>
            </a:r>
          </a:p>
        </p:txBody>
      </p:sp>
      <p:grpSp>
        <p:nvGrpSpPr>
          <p:cNvPr id="6" name="Group 5"/>
          <p:cNvGrpSpPr/>
          <p:nvPr/>
        </p:nvGrpSpPr>
        <p:grpSpPr>
          <a:xfrm>
            <a:off x="2484120" y="1290638"/>
            <a:ext cx="7223760" cy="2468880"/>
            <a:chOff x="-49155" y="1060622"/>
            <a:chExt cx="11533214" cy="4567066"/>
          </a:xfrm>
          <a:effectLst/>
        </p:grpSpPr>
        <p:sp>
          <p:nvSpPr>
            <p:cNvPr id="7" name="Freeform 9"/>
            <p:cNvSpPr>
              <a:spLocks/>
            </p:cNvSpPr>
            <p:nvPr/>
          </p:nvSpPr>
          <p:spPr bwMode="auto">
            <a:xfrm>
              <a:off x="3800475" y="2198688"/>
              <a:ext cx="3489325" cy="3411538"/>
            </a:xfrm>
            <a:custGeom>
              <a:avLst/>
              <a:gdLst/>
              <a:ahLst/>
              <a:cxnLst>
                <a:cxn ang="0">
                  <a:pos x="359" y="473"/>
                </a:cxn>
                <a:cxn ang="0">
                  <a:pos x="448" y="575"/>
                </a:cxn>
                <a:cxn ang="0">
                  <a:pos x="640" y="667"/>
                </a:cxn>
                <a:cxn ang="0">
                  <a:pos x="872" y="641"/>
                </a:cxn>
                <a:cxn ang="0">
                  <a:pos x="1027" y="572"/>
                </a:cxn>
                <a:cxn ang="0">
                  <a:pos x="1182" y="503"/>
                </a:cxn>
                <a:cxn ang="0">
                  <a:pos x="1220" y="499"/>
                </a:cxn>
                <a:cxn ang="0">
                  <a:pos x="1323" y="585"/>
                </a:cxn>
                <a:cxn ang="0">
                  <a:pos x="1525" y="712"/>
                </a:cxn>
                <a:cxn ang="0">
                  <a:pos x="2182" y="1297"/>
                </a:cxn>
                <a:cxn ang="0">
                  <a:pos x="2198" y="1377"/>
                </a:cxn>
                <a:cxn ang="0">
                  <a:pos x="2127" y="1498"/>
                </a:cxn>
                <a:cxn ang="0">
                  <a:pos x="2012" y="1512"/>
                </a:cxn>
                <a:cxn ang="0">
                  <a:pos x="1954" y="1473"/>
                </a:cxn>
                <a:cxn ang="0">
                  <a:pos x="1865" y="1381"/>
                </a:cxn>
                <a:cxn ang="0">
                  <a:pos x="1756" y="1262"/>
                </a:cxn>
                <a:cxn ang="0">
                  <a:pos x="1679" y="1177"/>
                </a:cxn>
                <a:cxn ang="0">
                  <a:pos x="1638" y="1179"/>
                </a:cxn>
                <a:cxn ang="0">
                  <a:pos x="1970" y="1558"/>
                </a:cxn>
                <a:cxn ang="0">
                  <a:pos x="1978" y="1640"/>
                </a:cxn>
                <a:cxn ang="0">
                  <a:pos x="1893" y="1739"/>
                </a:cxn>
                <a:cxn ang="0">
                  <a:pos x="1775" y="1730"/>
                </a:cxn>
                <a:cxn ang="0">
                  <a:pos x="1460" y="1407"/>
                </a:cxn>
                <a:cxn ang="0">
                  <a:pos x="1431" y="1423"/>
                </a:cxn>
                <a:cxn ang="0">
                  <a:pos x="1749" y="1786"/>
                </a:cxn>
                <a:cxn ang="0">
                  <a:pos x="1745" y="1903"/>
                </a:cxn>
                <a:cxn ang="0">
                  <a:pos x="1696" y="1951"/>
                </a:cxn>
                <a:cxn ang="0">
                  <a:pos x="1602" y="1969"/>
                </a:cxn>
                <a:cxn ang="0">
                  <a:pos x="1241" y="1641"/>
                </a:cxn>
                <a:cxn ang="0">
                  <a:pos x="1211" y="1648"/>
                </a:cxn>
                <a:cxn ang="0">
                  <a:pos x="1500" y="1979"/>
                </a:cxn>
                <a:cxn ang="0">
                  <a:pos x="1503" y="2060"/>
                </a:cxn>
                <a:cxn ang="0">
                  <a:pos x="1410" y="2145"/>
                </a:cxn>
                <a:cxn ang="0">
                  <a:pos x="1341" y="2137"/>
                </a:cxn>
                <a:cxn ang="0">
                  <a:pos x="1320" y="2050"/>
                </a:cxn>
                <a:cxn ang="0">
                  <a:pos x="1344" y="1922"/>
                </a:cxn>
                <a:cxn ang="0">
                  <a:pos x="1252" y="1825"/>
                </a:cxn>
                <a:cxn ang="0">
                  <a:pos x="1154" y="1795"/>
                </a:cxn>
                <a:cxn ang="0">
                  <a:pos x="1097" y="1653"/>
                </a:cxn>
                <a:cxn ang="0">
                  <a:pos x="953" y="1612"/>
                </a:cxn>
                <a:cxn ang="0">
                  <a:pos x="931" y="1504"/>
                </a:cxn>
                <a:cxn ang="0">
                  <a:pos x="820" y="1382"/>
                </a:cxn>
                <a:cxn ang="0">
                  <a:pos x="676" y="1389"/>
                </a:cxn>
                <a:cxn ang="0">
                  <a:pos x="645" y="1243"/>
                </a:cxn>
                <a:cxn ang="0">
                  <a:pos x="508" y="1176"/>
                </a:cxn>
                <a:cxn ang="0">
                  <a:pos x="392" y="1226"/>
                </a:cxn>
                <a:cxn ang="0">
                  <a:pos x="104" y="1133"/>
                </a:cxn>
                <a:cxn ang="0">
                  <a:pos x="2" y="1082"/>
                </a:cxn>
                <a:cxn ang="0">
                  <a:pos x="29" y="976"/>
                </a:cxn>
                <a:cxn ang="0">
                  <a:pos x="82" y="745"/>
                </a:cxn>
                <a:cxn ang="0">
                  <a:pos x="178" y="309"/>
                </a:cxn>
                <a:cxn ang="0">
                  <a:pos x="228" y="67"/>
                </a:cxn>
              </a:cxnLst>
              <a:rect l="0" t="0" r="r" b="b"/>
              <a:pathLst>
                <a:path w="2198" h="2149">
                  <a:moveTo>
                    <a:pt x="1038" y="0"/>
                  </a:moveTo>
                  <a:lnTo>
                    <a:pt x="345" y="448"/>
                  </a:lnTo>
                  <a:lnTo>
                    <a:pt x="346" y="451"/>
                  </a:lnTo>
                  <a:lnTo>
                    <a:pt x="351" y="459"/>
                  </a:lnTo>
                  <a:lnTo>
                    <a:pt x="359" y="473"/>
                  </a:lnTo>
                  <a:lnTo>
                    <a:pt x="370" y="489"/>
                  </a:lnTo>
                  <a:lnTo>
                    <a:pt x="385" y="509"/>
                  </a:lnTo>
                  <a:lnTo>
                    <a:pt x="402" y="530"/>
                  </a:lnTo>
                  <a:lnTo>
                    <a:pt x="423" y="553"/>
                  </a:lnTo>
                  <a:lnTo>
                    <a:pt x="448" y="575"/>
                  </a:lnTo>
                  <a:lnTo>
                    <a:pt x="476" y="597"/>
                  </a:lnTo>
                  <a:lnTo>
                    <a:pt x="507" y="617"/>
                  </a:lnTo>
                  <a:lnTo>
                    <a:pt x="541" y="636"/>
                  </a:lnTo>
                  <a:lnTo>
                    <a:pt x="591" y="654"/>
                  </a:lnTo>
                  <a:lnTo>
                    <a:pt x="640" y="667"/>
                  </a:lnTo>
                  <a:lnTo>
                    <a:pt x="689" y="672"/>
                  </a:lnTo>
                  <a:lnTo>
                    <a:pt x="736" y="671"/>
                  </a:lnTo>
                  <a:lnTo>
                    <a:pt x="784" y="666"/>
                  </a:lnTo>
                  <a:lnTo>
                    <a:pt x="828" y="654"/>
                  </a:lnTo>
                  <a:lnTo>
                    <a:pt x="872" y="641"/>
                  </a:lnTo>
                  <a:lnTo>
                    <a:pt x="913" y="623"/>
                  </a:lnTo>
                  <a:lnTo>
                    <a:pt x="939" y="612"/>
                  </a:lnTo>
                  <a:lnTo>
                    <a:pt x="966" y="599"/>
                  </a:lnTo>
                  <a:lnTo>
                    <a:pt x="996" y="586"/>
                  </a:lnTo>
                  <a:lnTo>
                    <a:pt x="1027" y="572"/>
                  </a:lnTo>
                  <a:lnTo>
                    <a:pt x="1087" y="545"/>
                  </a:lnTo>
                  <a:lnTo>
                    <a:pt x="1115" y="533"/>
                  </a:lnTo>
                  <a:lnTo>
                    <a:pt x="1140" y="522"/>
                  </a:lnTo>
                  <a:lnTo>
                    <a:pt x="1164" y="510"/>
                  </a:lnTo>
                  <a:lnTo>
                    <a:pt x="1182" y="503"/>
                  </a:lnTo>
                  <a:lnTo>
                    <a:pt x="1197" y="495"/>
                  </a:lnTo>
                  <a:lnTo>
                    <a:pt x="1206" y="492"/>
                  </a:lnTo>
                  <a:lnTo>
                    <a:pt x="1210" y="490"/>
                  </a:lnTo>
                  <a:lnTo>
                    <a:pt x="1212" y="493"/>
                  </a:lnTo>
                  <a:lnTo>
                    <a:pt x="1220" y="499"/>
                  </a:lnTo>
                  <a:lnTo>
                    <a:pt x="1231" y="510"/>
                  </a:lnTo>
                  <a:lnTo>
                    <a:pt x="1247" y="525"/>
                  </a:lnTo>
                  <a:lnTo>
                    <a:pt x="1268" y="543"/>
                  </a:lnTo>
                  <a:lnTo>
                    <a:pt x="1293" y="563"/>
                  </a:lnTo>
                  <a:lnTo>
                    <a:pt x="1323" y="585"/>
                  </a:lnTo>
                  <a:lnTo>
                    <a:pt x="1355" y="608"/>
                  </a:lnTo>
                  <a:lnTo>
                    <a:pt x="1392" y="635"/>
                  </a:lnTo>
                  <a:lnTo>
                    <a:pt x="1433" y="659"/>
                  </a:lnTo>
                  <a:lnTo>
                    <a:pt x="1478" y="686"/>
                  </a:lnTo>
                  <a:lnTo>
                    <a:pt x="1525" y="712"/>
                  </a:lnTo>
                  <a:lnTo>
                    <a:pt x="1577" y="736"/>
                  </a:lnTo>
                  <a:lnTo>
                    <a:pt x="1632" y="760"/>
                  </a:lnTo>
                  <a:lnTo>
                    <a:pt x="1689" y="782"/>
                  </a:lnTo>
                  <a:lnTo>
                    <a:pt x="2181" y="1294"/>
                  </a:lnTo>
                  <a:lnTo>
                    <a:pt x="2182" y="1297"/>
                  </a:lnTo>
                  <a:lnTo>
                    <a:pt x="2186" y="1305"/>
                  </a:lnTo>
                  <a:lnTo>
                    <a:pt x="2191" y="1318"/>
                  </a:lnTo>
                  <a:lnTo>
                    <a:pt x="2194" y="1335"/>
                  </a:lnTo>
                  <a:lnTo>
                    <a:pt x="2198" y="1355"/>
                  </a:lnTo>
                  <a:lnTo>
                    <a:pt x="2198" y="1377"/>
                  </a:lnTo>
                  <a:lnTo>
                    <a:pt x="2196" y="1401"/>
                  </a:lnTo>
                  <a:lnTo>
                    <a:pt x="2188" y="1426"/>
                  </a:lnTo>
                  <a:lnTo>
                    <a:pt x="2173" y="1452"/>
                  </a:lnTo>
                  <a:lnTo>
                    <a:pt x="2152" y="1478"/>
                  </a:lnTo>
                  <a:lnTo>
                    <a:pt x="2127" y="1498"/>
                  </a:lnTo>
                  <a:lnTo>
                    <a:pt x="2103" y="1512"/>
                  </a:lnTo>
                  <a:lnTo>
                    <a:pt x="2078" y="1518"/>
                  </a:lnTo>
                  <a:lnTo>
                    <a:pt x="2054" y="1520"/>
                  </a:lnTo>
                  <a:lnTo>
                    <a:pt x="2032" y="1517"/>
                  </a:lnTo>
                  <a:lnTo>
                    <a:pt x="2012" y="1512"/>
                  </a:lnTo>
                  <a:lnTo>
                    <a:pt x="1993" y="1504"/>
                  </a:lnTo>
                  <a:lnTo>
                    <a:pt x="1980" y="1495"/>
                  </a:lnTo>
                  <a:lnTo>
                    <a:pt x="1968" y="1488"/>
                  </a:lnTo>
                  <a:lnTo>
                    <a:pt x="1962" y="1483"/>
                  </a:lnTo>
                  <a:lnTo>
                    <a:pt x="1954" y="1473"/>
                  </a:lnTo>
                  <a:lnTo>
                    <a:pt x="1940" y="1459"/>
                  </a:lnTo>
                  <a:lnTo>
                    <a:pt x="1925" y="1443"/>
                  </a:lnTo>
                  <a:lnTo>
                    <a:pt x="1906" y="1425"/>
                  </a:lnTo>
                  <a:lnTo>
                    <a:pt x="1886" y="1404"/>
                  </a:lnTo>
                  <a:lnTo>
                    <a:pt x="1865" y="1381"/>
                  </a:lnTo>
                  <a:lnTo>
                    <a:pt x="1844" y="1356"/>
                  </a:lnTo>
                  <a:lnTo>
                    <a:pt x="1822" y="1333"/>
                  </a:lnTo>
                  <a:lnTo>
                    <a:pt x="1798" y="1308"/>
                  </a:lnTo>
                  <a:lnTo>
                    <a:pt x="1777" y="1284"/>
                  </a:lnTo>
                  <a:lnTo>
                    <a:pt x="1756" y="1262"/>
                  </a:lnTo>
                  <a:lnTo>
                    <a:pt x="1736" y="1240"/>
                  </a:lnTo>
                  <a:lnTo>
                    <a:pt x="1718" y="1220"/>
                  </a:lnTo>
                  <a:lnTo>
                    <a:pt x="1701" y="1204"/>
                  </a:lnTo>
                  <a:lnTo>
                    <a:pt x="1689" y="1189"/>
                  </a:lnTo>
                  <a:lnTo>
                    <a:pt x="1679" y="1177"/>
                  </a:lnTo>
                  <a:lnTo>
                    <a:pt x="1670" y="1169"/>
                  </a:lnTo>
                  <a:lnTo>
                    <a:pt x="1658" y="1169"/>
                  </a:lnTo>
                  <a:lnTo>
                    <a:pt x="1650" y="1170"/>
                  </a:lnTo>
                  <a:lnTo>
                    <a:pt x="1643" y="1172"/>
                  </a:lnTo>
                  <a:lnTo>
                    <a:pt x="1638" y="1179"/>
                  </a:lnTo>
                  <a:lnTo>
                    <a:pt x="1636" y="1186"/>
                  </a:lnTo>
                  <a:lnTo>
                    <a:pt x="1637" y="1199"/>
                  </a:lnTo>
                  <a:lnTo>
                    <a:pt x="1966" y="1548"/>
                  </a:lnTo>
                  <a:lnTo>
                    <a:pt x="1967" y="1550"/>
                  </a:lnTo>
                  <a:lnTo>
                    <a:pt x="1970" y="1558"/>
                  </a:lnTo>
                  <a:lnTo>
                    <a:pt x="1975" y="1569"/>
                  </a:lnTo>
                  <a:lnTo>
                    <a:pt x="1978" y="1582"/>
                  </a:lnTo>
                  <a:lnTo>
                    <a:pt x="1981" y="1600"/>
                  </a:lnTo>
                  <a:lnTo>
                    <a:pt x="1981" y="1620"/>
                  </a:lnTo>
                  <a:lnTo>
                    <a:pt x="1978" y="1640"/>
                  </a:lnTo>
                  <a:lnTo>
                    <a:pt x="1972" y="1662"/>
                  </a:lnTo>
                  <a:lnTo>
                    <a:pt x="1960" y="1684"/>
                  </a:lnTo>
                  <a:lnTo>
                    <a:pt x="1942" y="1705"/>
                  </a:lnTo>
                  <a:lnTo>
                    <a:pt x="1918" y="1725"/>
                  </a:lnTo>
                  <a:lnTo>
                    <a:pt x="1893" y="1739"/>
                  </a:lnTo>
                  <a:lnTo>
                    <a:pt x="1867" y="1745"/>
                  </a:lnTo>
                  <a:lnTo>
                    <a:pt x="1842" y="1748"/>
                  </a:lnTo>
                  <a:lnTo>
                    <a:pt x="1817" y="1745"/>
                  </a:lnTo>
                  <a:lnTo>
                    <a:pt x="1795" y="1739"/>
                  </a:lnTo>
                  <a:lnTo>
                    <a:pt x="1775" y="1730"/>
                  </a:lnTo>
                  <a:lnTo>
                    <a:pt x="1757" y="1719"/>
                  </a:lnTo>
                  <a:lnTo>
                    <a:pt x="1744" y="1707"/>
                  </a:lnTo>
                  <a:lnTo>
                    <a:pt x="1467" y="1409"/>
                  </a:lnTo>
                  <a:lnTo>
                    <a:pt x="1465" y="1409"/>
                  </a:lnTo>
                  <a:lnTo>
                    <a:pt x="1460" y="1407"/>
                  </a:lnTo>
                  <a:lnTo>
                    <a:pt x="1448" y="1405"/>
                  </a:lnTo>
                  <a:lnTo>
                    <a:pt x="1441" y="1406"/>
                  </a:lnTo>
                  <a:lnTo>
                    <a:pt x="1436" y="1409"/>
                  </a:lnTo>
                  <a:lnTo>
                    <a:pt x="1432" y="1415"/>
                  </a:lnTo>
                  <a:lnTo>
                    <a:pt x="1431" y="1423"/>
                  </a:lnTo>
                  <a:lnTo>
                    <a:pt x="1433" y="1436"/>
                  </a:lnTo>
                  <a:lnTo>
                    <a:pt x="1735" y="1753"/>
                  </a:lnTo>
                  <a:lnTo>
                    <a:pt x="1740" y="1763"/>
                  </a:lnTo>
                  <a:lnTo>
                    <a:pt x="1744" y="1773"/>
                  </a:lnTo>
                  <a:lnTo>
                    <a:pt x="1749" y="1786"/>
                  </a:lnTo>
                  <a:lnTo>
                    <a:pt x="1754" y="1804"/>
                  </a:lnTo>
                  <a:lnTo>
                    <a:pt x="1759" y="1841"/>
                  </a:lnTo>
                  <a:lnTo>
                    <a:pt x="1757" y="1862"/>
                  </a:lnTo>
                  <a:lnTo>
                    <a:pt x="1754" y="1883"/>
                  </a:lnTo>
                  <a:lnTo>
                    <a:pt x="1745" y="1903"/>
                  </a:lnTo>
                  <a:lnTo>
                    <a:pt x="1732" y="1922"/>
                  </a:lnTo>
                  <a:lnTo>
                    <a:pt x="1714" y="1939"/>
                  </a:lnTo>
                  <a:lnTo>
                    <a:pt x="1711" y="1940"/>
                  </a:lnTo>
                  <a:lnTo>
                    <a:pt x="1706" y="1945"/>
                  </a:lnTo>
                  <a:lnTo>
                    <a:pt x="1696" y="1951"/>
                  </a:lnTo>
                  <a:lnTo>
                    <a:pt x="1683" y="1958"/>
                  </a:lnTo>
                  <a:lnTo>
                    <a:pt x="1667" y="1964"/>
                  </a:lnTo>
                  <a:lnTo>
                    <a:pt x="1648" y="1968"/>
                  </a:lnTo>
                  <a:lnTo>
                    <a:pt x="1627" y="1970"/>
                  </a:lnTo>
                  <a:lnTo>
                    <a:pt x="1602" y="1969"/>
                  </a:lnTo>
                  <a:lnTo>
                    <a:pt x="1576" y="1963"/>
                  </a:lnTo>
                  <a:lnTo>
                    <a:pt x="1549" y="1950"/>
                  </a:lnTo>
                  <a:lnTo>
                    <a:pt x="1519" y="1932"/>
                  </a:lnTo>
                  <a:lnTo>
                    <a:pt x="1242" y="1641"/>
                  </a:lnTo>
                  <a:lnTo>
                    <a:pt x="1241" y="1641"/>
                  </a:lnTo>
                  <a:lnTo>
                    <a:pt x="1236" y="1640"/>
                  </a:lnTo>
                  <a:lnTo>
                    <a:pt x="1229" y="1640"/>
                  </a:lnTo>
                  <a:lnTo>
                    <a:pt x="1222" y="1641"/>
                  </a:lnTo>
                  <a:lnTo>
                    <a:pt x="1216" y="1643"/>
                  </a:lnTo>
                  <a:lnTo>
                    <a:pt x="1211" y="1648"/>
                  </a:lnTo>
                  <a:lnTo>
                    <a:pt x="1207" y="1656"/>
                  </a:lnTo>
                  <a:lnTo>
                    <a:pt x="1207" y="1667"/>
                  </a:lnTo>
                  <a:lnTo>
                    <a:pt x="1495" y="1970"/>
                  </a:lnTo>
                  <a:lnTo>
                    <a:pt x="1496" y="1973"/>
                  </a:lnTo>
                  <a:lnTo>
                    <a:pt x="1500" y="1979"/>
                  </a:lnTo>
                  <a:lnTo>
                    <a:pt x="1504" y="1990"/>
                  </a:lnTo>
                  <a:lnTo>
                    <a:pt x="1508" y="2004"/>
                  </a:lnTo>
                  <a:lnTo>
                    <a:pt x="1509" y="2020"/>
                  </a:lnTo>
                  <a:lnTo>
                    <a:pt x="1508" y="2038"/>
                  </a:lnTo>
                  <a:lnTo>
                    <a:pt x="1503" y="2060"/>
                  </a:lnTo>
                  <a:lnTo>
                    <a:pt x="1492" y="2081"/>
                  </a:lnTo>
                  <a:lnTo>
                    <a:pt x="1475" y="2102"/>
                  </a:lnTo>
                  <a:lnTo>
                    <a:pt x="1451" y="2124"/>
                  </a:lnTo>
                  <a:lnTo>
                    <a:pt x="1429" y="2138"/>
                  </a:lnTo>
                  <a:lnTo>
                    <a:pt x="1410" y="2145"/>
                  </a:lnTo>
                  <a:lnTo>
                    <a:pt x="1391" y="2149"/>
                  </a:lnTo>
                  <a:lnTo>
                    <a:pt x="1375" y="2148"/>
                  </a:lnTo>
                  <a:lnTo>
                    <a:pt x="1361" y="2145"/>
                  </a:lnTo>
                  <a:lnTo>
                    <a:pt x="1350" y="2141"/>
                  </a:lnTo>
                  <a:lnTo>
                    <a:pt x="1341" y="2137"/>
                  </a:lnTo>
                  <a:lnTo>
                    <a:pt x="1335" y="2133"/>
                  </a:lnTo>
                  <a:lnTo>
                    <a:pt x="1334" y="2132"/>
                  </a:lnTo>
                  <a:lnTo>
                    <a:pt x="1334" y="2130"/>
                  </a:lnTo>
                  <a:lnTo>
                    <a:pt x="1288" y="2089"/>
                  </a:lnTo>
                  <a:lnTo>
                    <a:pt x="1320" y="2050"/>
                  </a:lnTo>
                  <a:lnTo>
                    <a:pt x="1335" y="2027"/>
                  </a:lnTo>
                  <a:lnTo>
                    <a:pt x="1346" y="2002"/>
                  </a:lnTo>
                  <a:lnTo>
                    <a:pt x="1350" y="1975"/>
                  </a:lnTo>
                  <a:lnTo>
                    <a:pt x="1350" y="1949"/>
                  </a:lnTo>
                  <a:lnTo>
                    <a:pt x="1344" y="1922"/>
                  </a:lnTo>
                  <a:lnTo>
                    <a:pt x="1334" y="1896"/>
                  </a:lnTo>
                  <a:lnTo>
                    <a:pt x="1318" y="1872"/>
                  </a:lnTo>
                  <a:lnTo>
                    <a:pt x="1297" y="1851"/>
                  </a:lnTo>
                  <a:lnTo>
                    <a:pt x="1275" y="1836"/>
                  </a:lnTo>
                  <a:lnTo>
                    <a:pt x="1252" y="1825"/>
                  </a:lnTo>
                  <a:lnTo>
                    <a:pt x="1226" y="1817"/>
                  </a:lnTo>
                  <a:lnTo>
                    <a:pt x="1200" y="1815"/>
                  </a:lnTo>
                  <a:lnTo>
                    <a:pt x="1174" y="1817"/>
                  </a:lnTo>
                  <a:lnTo>
                    <a:pt x="1149" y="1825"/>
                  </a:lnTo>
                  <a:lnTo>
                    <a:pt x="1154" y="1795"/>
                  </a:lnTo>
                  <a:lnTo>
                    <a:pt x="1154" y="1764"/>
                  </a:lnTo>
                  <a:lnTo>
                    <a:pt x="1148" y="1734"/>
                  </a:lnTo>
                  <a:lnTo>
                    <a:pt x="1136" y="1704"/>
                  </a:lnTo>
                  <a:lnTo>
                    <a:pt x="1119" y="1677"/>
                  </a:lnTo>
                  <a:lnTo>
                    <a:pt x="1097" y="1653"/>
                  </a:lnTo>
                  <a:lnTo>
                    <a:pt x="1071" y="1635"/>
                  </a:lnTo>
                  <a:lnTo>
                    <a:pt x="1043" y="1621"/>
                  </a:lnTo>
                  <a:lnTo>
                    <a:pt x="1013" y="1612"/>
                  </a:lnTo>
                  <a:lnTo>
                    <a:pt x="982" y="1610"/>
                  </a:lnTo>
                  <a:lnTo>
                    <a:pt x="953" y="1612"/>
                  </a:lnTo>
                  <a:lnTo>
                    <a:pt x="925" y="1620"/>
                  </a:lnTo>
                  <a:lnTo>
                    <a:pt x="934" y="1594"/>
                  </a:lnTo>
                  <a:lnTo>
                    <a:pt x="938" y="1568"/>
                  </a:lnTo>
                  <a:lnTo>
                    <a:pt x="938" y="1539"/>
                  </a:lnTo>
                  <a:lnTo>
                    <a:pt x="931" y="1504"/>
                  </a:lnTo>
                  <a:lnTo>
                    <a:pt x="919" y="1472"/>
                  </a:lnTo>
                  <a:lnTo>
                    <a:pt x="900" y="1442"/>
                  </a:lnTo>
                  <a:lnTo>
                    <a:pt x="877" y="1416"/>
                  </a:lnTo>
                  <a:lnTo>
                    <a:pt x="849" y="1396"/>
                  </a:lnTo>
                  <a:lnTo>
                    <a:pt x="820" y="1382"/>
                  </a:lnTo>
                  <a:lnTo>
                    <a:pt x="789" y="1373"/>
                  </a:lnTo>
                  <a:lnTo>
                    <a:pt x="755" y="1370"/>
                  </a:lnTo>
                  <a:lnTo>
                    <a:pt x="728" y="1373"/>
                  </a:lnTo>
                  <a:lnTo>
                    <a:pt x="702" y="1379"/>
                  </a:lnTo>
                  <a:lnTo>
                    <a:pt x="676" y="1389"/>
                  </a:lnTo>
                  <a:lnTo>
                    <a:pt x="681" y="1361"/>
                  </a:lnTo>
                  <a:lnTo>
                    <a:pt x="681" y="1333"/>
                  </a:lnTo>
                  <a:lnTo>
                    <a:pt x="674" y="1300"/>
                  </a:lnTo>
                  <a:lnTo>
                    <a:pt x="662" y="1271"/>
                  </a:lnTo>
                  <a:lnTo>
                    <a:pt x="645" y="1243"/>
                  </a:lnTo>
                  <a:lnTo>
                    <a:pt x="622" y="1220"/>
                  </a:lnTo>
                  <a:lnTo>
                    <a:pt x="596" y="1201"/>
                  </a:lnTo>
                  <a:lnTo>
                    <a:pt x="569" y="1187"/>
                  </a:lnTo>
                  <a:lnTo>
                    <a:pt x="539" y="1179"/>
                  </a:lnTo>
                  <a:lnTo>
                    <a:pt x="508" y="1176"/>
                  </a:lnTo>
                  <a:lnTo>
                    <a:pt x="482" y="1179"/>
                  </a:lnTo>
                  <a:lnTo>
                    <a:pt x="456" y="1185"/>
                  </a:lnTo>
                  <a:lnTo>
                    <a:pt x="432" y="1195"/>
                  </a:lnTo>
                  <a:lnTo>
                    <a:pt x="411" y="1209"/>
                  </a:lnTo>
                  <a:lnTo>
                    <a:pt x="392" y="1226"/>
                  </a:lnTo>
                  <a:lnTo>
                    <a:pt x="370" y="1252"/>
                  </a:lnTo>
                  <a:lnTo>
                    <a:pt x="369" y="1252"/>
                  </a:lnTo>
                  <a:lnTo>
                    <a:pt x="158" y="1155"/>
                  </a:lnTo>
                  <a:lnTo>
                    <a:pt x="130" y="1144"/>
                  </a:lnTo>
                  <a:lnTo>
                    <a:pt x="104" y="1133"/>
                  </a:lnTo>
                  <a:lnTo>
                    <a:pt x="79" y="1122"/>
                  </a:lnTo>
                  <a:lnTo>
                    <a:pt x="57" y="1112"/>
                  </a:lnTo>
                  <a:lnTo>
                    <a:pt x="37" y="1102"/>
                  </a:lnTo>
                  <a:lnTo>
                    <a:pt x="21" y="1094"/>
                  </a:lnTo>
                  <a:lnTo>
                    <a:pt x="2" y="1082"/>
                  </a:lnTo>
                  <a:lnTo>
                    <a:pt x="0" y="1078"/>
                  </a:lnTo>
                  <a:lnTo>
                    <a:pt x="5" y="1062"/>
                  </a:lnTo>
                  <a:lnTo>
                    <a:pt x="12" y="1038"/>
                  </a:lnTo>
                  <a:lnTo>
                    <a:pt x="20" y="1010"/>
                  </a:lnTo>
                  <a:lnTo>
                    <a:pt x="29" y="976"/>
                  </a:lnTo>
                  <a:lnTo>
                    <a:pt x="38" y="936"/>
                  </a:lnTo>
                  <a:lnTo>
                    <a:pt x="48" y="893"/>
                  </a:lnTo>
                  <a:lnTo>
                    <a:pt x="60" y="847"/>
                  </a:lnTo>
                  <a:lnTo>
                    <a:pt x="71" y="797"/>
                  </a:lnTo>
                  <a:lnTo>
                    <a:pt x="82" y="745"/>
                  </a:lnTo>
                  <a:lnTo>
                    <a:pt x="107" y="636"/>
                  </a:lnTo>
                  <a:lnTo>
                    <a:pt x="119" y="579"/>
                  </a:lnTo>
                  <a:lnTo>
                    <a:pt x="144" y="467"/>
                  </a:lnTo>
                  <a:lnTo>
                    <a:pt x="166" y="360"/>
                  </a:lnTo>
                  <a:lnTo>
                    <a:pt x="178" y="309"/>
                  </a:lnTo>
                  <a:lnTo>
                    <a:pt x="188" y="262"/>
                  </a:lnTo>
                  <a:lnTo>
                    <a:pt x="197" y="217"/>
                  </a:lnTo>
                  <a:lnTo>
                    <a:pt x="206" y="177"/>
                  </a:lnTo>
                  <a:lnTo>
                    <a:pt x="214" y="141"/>
                  </a:lnTo>
                  <a:lnTo>
                    <a:pt x="228" y="67"/>
                  </a:lnTo>
                  <a:lnTo>
                    <a:pt x="231" y="56"/>
                  </a:lnTo>
                  <a:lnTo>
                    <a:pt x="232" y="52"/>
                  </a:lnTo>
                  <a:lnTo>
                    <a:pt x="1038"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grpSp>
          <p:nvGrpSpPr>
            <p:cNvPr id="8" name="Group 7"/>
            <p:cNvGrpSpPr/>
            <p:nvPr/>
          </p:nvGrpSpPr>
          <p:grpSpPr>
            <a:xfrm>
              <a:off x="-49155" y="1060622"/>
              <a:ext cx="11533214" cy="4567066"/>
              <a:chOff x="-49155" y="1060622"/>
              <a:chExt cx="11533214" cy="4567066"/>
            </a:xfrm>
          </p:grpSpPr>
          <p:sp>
            <p:nvSpPr>
              <p:cNvPr id="9" name="Freeform 6"/>
              <p:cNvSpPr>
                <a:spLocks/>
              </p:cNvSpPr>
              <p:nvPr/>
            </p:nvSpPr>
            <p:spPr bwMode="auto">
              <a:xfrm>
                <a:off x="-49155" y="1060622"/>
                <a:ext cx="4078229" cy="2997027"/>
              </a:xfrm>
              <a:custGeom>
                <a:avLst/>
                <a:gdLst>
                  <a:gd name="connsiteX0" fmla="*/ 0 w 10107"/>
                  <a:gd name="connsiteY0" fmla="*/ 0 h 10491"/>
                  <a:gd name="connsiteX1" fmla="*/ 8998 w 10107"/>
                  <a:gd name="connsiteY1" fmla="*/ 1407 h 10491"/>
                  <a:gd name="connsiteX2" fmla="*/ 9019 w 10107"/>
                  <a:gd name="connsiteY2" fmla="*/ 1407 h 10491"/>
                  <a:gd name="connsiteX3" fmla="*/ 9071 w 10107"/>
                  <a:gd name="connsiteY3" fmla="*/ 1414 h 10491"/>
                  <a:gd name="connsiteX4" fmla="*/ 9145 w 10107"/>
                  <a:gd name="connsiteY4" fmla="*/ 1421 h 10491"/>
                  <a:gd name="connsiteX5" fmla="*/ 9354 w 10107"/>
                  <a:gd name="connsiteY5" fmla="*/ 1455 h 10491"/>
                  <a:gd name="connsiteX6" fmla="*/ 9479 w 10107"/>
                  <a:gd name="connsiteY6" fmla="*/ 1490 h 10491"/>
                  <a:gd name="connsiteX7" fmla="*/ 9605 w 10107"/>
                  <a:gd name="connsiteY7" fmla="*/ 1545 h 10491"/>
                  <a:gd name="connsiteX8" fmla="*/ 9730 w 10107"/>
                  <a:gd name="connsiteY8" fmla="*/ 1600 h 10491"/>
                  <a:gd name="connsiteX9" fmla="*/ 9845 w 10107"/>
                  <a:gd name="connsiteY9" fmla="*/ 1682 h 10491"/>
                  <a:gd name="connsiteX10" fmla="*/ 9950 w 10107"/>
                  <a:gd name="connsiteY10" fmla="*/ 1772 h 10491"/>
                  <a:gd name="connsiteX11" fmla="*/ 10034 w 10107"/>
                  <a:gd name="connsiteY11" fmla="*/ 1896 h 10491"/>
                  <a:gd name="connsiteX12" fmla="*/ 10086 w 10107"/>
                  <a:gd name="connsiteY12" fmla="*/ 2020 h 10491"/>
                  <a:gd name="connsiteX13" fmla="*/ 10107 w 10107"/>
                  <a:gd name="connsiteY13" fmla="*/ 2185 h 10491"/>
                  <a:gd name="connsiteX14" fmla="*/ 10097 w 10107"/>
                  <a:gd name="connsiteY14" fmla="*/ 2364 h 10491"/>
                  <a:gd name="connsiteX15" fmla="*/ 10044 w 10107"/>
                  <a:gd name="connsiteY15" fmla="*/ 2578 h 10491"/>
                  <a:gd name="connsiteX16" fmla="*/ 9992 w 10107"/>
                  <a:gd name="connsiteY16" fmla="*/ 2729 h 10491"/>
                  <a:gd name="connsiteX17" fmla="*/ 9929 w 10107"/>
                  <a:gd name="connsiteY17" fmla="*/ 2922 h 10491"/>
                  <a:gd name="connsiteX18" fmla="*/ 9845 w 10107"/>
                  <a:gd name="connsiteY18" fmla="*/ 3149 h 10491"/>
                  <a:gd name="connsiteX19" fmla="*/ 9762 w 10107"/>
                  <a:gd name="connsiteY19" fmla="*/ 3411 h 10491"/>
                  <a:gd name="connsiteX20" fmla="*/ 9657 w 10107"/>
                  <a:gd name="connsiteY20" fmla="*/ 3707 h 10491"/>
                  <a:gd name="connsiteX21" fmla="*/ 9532 w 10107"/>
                  <a:gd name="connsiteY21" fmla="*/ 4024 h 10491"/>
                  <a:gd name="connsiteX22" fmla="*/ 9417 w 10107"/>
                  <a:gd name="connsiteY22" fmla="*/ 4362 h 10491"/>
                  <a:gd name="connsiteX23" fmla="*/ 9302 w 10107"/>
                  <a:gd name="connsiteY23" fmla="*/ 4720 h 10491"/>
                  <a:gd name="connsiteX24" fmla="*/ 9176 w 10107"/>
                  <a:gd name="connsiteY24" fmla="*/ 5085 h 10491"/>
                  <a:gd name="connsiteX25" fmla="*/ 8915 w 10107"/>
                  <a:gd name="connsiteY25" fmla="*/ 5856 h 10491"/>
                  <a:gd name="connsiteX26" fmla="*/ 8779 w 10107"/>
                  <a:gd name="connsiteY26" fmla="*/ 6249 h 10491"/>
                  <a:gd name="connsiteX27" fmla="*/ 8643 w 10107"/>
                  <a:gd name="connsiteY27" fmla="*/ 6634 h 10491"/>
                  <a:gd name="connsiteX28" fmla="*/ 8507 w 10107"/>
                  <a:gd name="connsiteY28" fmla="*/ 7020 h 10491"/>
                  <a:gd name="connsiteX29" fmla="*/ 8381 w 10107"/>
                  <a:gd name="connsiteY29" fmla="*/ 7399 h 10491"/>
                  <a:gd name="connsiteX30" fmla="*/ 8266 w 10107"/>
                  <a:gd name="connsiteY30" fmla="*/ 7757 h 10491"/>
                  <a:gd name="connsiteX31" fmla="*/ 8151 w 10107"/>
                  <a:gd name="connsiteY31" fmla="*/ 8108 h 10491"/>
                  <a:gd name="connsiteX32" fmla="*/ 8025 w 10107"/>
                  <a:gd name="connsiteY32" fmla="*/ 8432 h 10491"/>
                  <a:gd name="connsiteX33" fmla="*/ 7921 w 10107"/>
                  <a:gd name="connsiteY33" fmla="*/ 8728 h 10491"/>
                  <a:gd name="connsiteX34" fmla="*/ 7837 w 10107"/>
                  <a:gd name="connsiteY34" fmla="*/ 9003 h 10491"/>
                  <a:gd name="connsiteX35" fmla="*/ 7753 w 10107"/>
                  <a:gd name="connsiteY35" fmla="*/ 9251 h 10491"/>
                  <a:gd name="connsiteX36" fmla="*/ 7680 w 10107"/>
                  <a:gd name="connsiteY36" fmla="*/ 9458 h 10491"/>
                  <a:gd name="connsiteX37" fmla="*/ 7628 w 10107"/>
                  <a:gd name="connsiteY37" fmla="*/ 9623 h 10491"/>
                  <a:gd name="connsiteX38" fmla="*/ 7586 w 10107"/>
                  <a:gd name="connsiteY38" fmla="*/ 9747 h 10491"/>
                  <a:gd name="connsiteX39" fmla="*/ 7565 w 10107"/>
                  <a:gd name="connsiteY39" fmla="*/ 9823 h 10491"/>
                  <a:gd name="connsiteX40" fmla="*/ 7544 w 10107"/>
                  <a:gd name="connsiteY40" fmla="*/ 9851 h 10491"/>
                  <a:gd name="connsiteX41" fmla="*/ 7534 w 10107"/>
                  <a:gd name="connsiteY41" fmla="*/ 9871 h 10491"/>
                  <a:gd name="connsiteX42" fmla="*/ 7513 w 10107"/>
                  <a:gd name="connsiteY42" fmla="*/ 9912 h 10491"/>
                  <a:gd name="connsiteX43" fmla="*/ 7471 w 10107"/>
                  <a:gd name="connsiteY43" fmla="*/ 9968 h 10491"/>
                  <a:gd name="connsiteX44" fmla="*/ 7408 w 10107"/>
                  <a:gd name="connsiteY44" fmla="*/ 10050 h 10491"/>
                  <a:gd name="connsiteX45" fmla="*/ 7314 w 10107"/>
                  <a:gd name="connsiteY45" fmla="*/ 10133 h 10491"/>
                  <a:gd name="connsiteX46" fmla="*/ 7210 w 10107"/>
                  <a:gd name="connsiteY46" fmla="*/ 10216 h 10491"/>
                  <a:gd name="connsiteX47" fmla="*/ 7084 w 10107"/>
                  <a:gd name="connsiteY47" fmla="*/ 10305 h 10491"/>
                  <a:gd name="connsiteX48" fmla="*/ 6927 w 10107"/>
                  <a:gd name="connsiteY48" fmla="*/ 10381 h 10491"/>
                  <a:gd name="connsiteX49" fmla="*/ 6739 w 10107"/>
                  <a:gd name="connsiteY49" fmla="*/ 10443 h 10491"/>
                  <a:gd name="connsiteX50" fmla="*/ 6540 w 10107"/>
                  <a:gd name="connsiteY50" fmla="*/ 10484 h 10491"/>
                  <a:gd name="connsiteX51" fmla="*/ 6299 w 10107"/>
                  <a:gd name="connsiteY51" fmla="*/ 10491 h 10491"/>
                  <a:gd name="connsiteX52" fmla="*/ 6038 w 10107"/>
                  <a:gd name="connsiteY52" fmla="*/ 10477 h 10491"/>
                  <a:gd name="connsiteX53" fmla="*/ 107 w 10107"/>
                  <a:gd name="connsiteY53" fmla="*/ 9561 h 10491"/>
                  <a:gd name="connsiteX54" fmla="*/ 0 w 10107"/>
                  <a:gd name="connsiteY54" fmla="*/ 0 h 10491"/>
                  <a:gd name="connsiteX0" fmla="*/ 104 w 10211"/>
                  <a:gd name="connsiteY0" fmla="*/ 0 h 10491"/>
                  <a:gd name="connsiteX1" fmla="*/ 9102 w 10211"/>
                  <a:gd name="connsiteY1" fmla="*/ 1407 h 10491"/>
                  <a:gd name="connsiteX2" fmla="*/ 9123 w 10211"/>
                  <a:gd name="connsiteY2" fmla="*/ 1407 h 10491"/>
                  <a:gd name="connsiteX3" fmla="*/ 9175 w 10211"/>
                  <a:gd name="connsiteY3" fmla="*/ 1414 h 10491"/>
                  <a:gd name="connsiteX4" fmla="*/ 9249 w 10211"/>
                  <a:gd name="connsiteY4" fmla="*/ 1421 h 10491"/>
                  <a:gd name="connsiteX5" fmla="*/ 9458 w 10211"/>
                  <a:gd name="connsiteY5" fmla="*/ 1455 h 10491"/>
                  <a:gd name="connsiteX6" fmla="*/ 9583 w 10211"/>
                  <a:gd name="connsiteY6" fmla="*/ 1490 h 10491"/>
                  <a:gd name="connsiteX7" fmla="*/ 9709 w 10211"/>
                  <a:gd name="connsiteY7" fmla="*/ 1545 h 10491"/>
                  <a:gd name="connsiteX8" fmla="*/ 9834 w 10211"/>
                  <a:gd name="connsiteY8" fmla="*/ 1600 h 10491"/>
                  <a:gd name="connsiteX9" fmla="*/ 9949 w 10211"/>
                  <a:gd name="connsiteY9" fmla="*/ 1682 h 10491"/>
                  <a:gd name="connsiteX10" fmla="*/ 10054 w 10211"/>
                  <a:gd name="connsiteY10" fmla="*/ 1772 h 10491"/>
                  <a:gd name="connsiteX11" fmla="*/ 10138 w 10211"/>
                  <a:gd name="connsiteY11" fmla="*/ 1896 h 10491"/>
                  <a:gd name="connsiteX12" fmla="*/ 10190 w 10211"/>
                  <a:gd name="connsiteY12" fmla="*/ 2020 h 10491"/>
                  <a:gd name="connsiteX13" fmla="*/ 10211 w 10211"/>
                  <a:gd name="connsiteY13" fmla="*/ 2185 h 10491"/>
                  <a:gd name="connsiteX14" fmla="*/ 10201 w 10211"/>
                  <a:gd name="connsiteY14" fmla="*/ 2364 h 10491"/>
                  <a:gd name="connsiteX15" fmla="*/ 10148 w 10211"/>
                  <a:gd name="connsiteY15" fmla="*/ 2578 h 10491"/>
                  <a:gd name="connsiteX16" fmla="*/ 10096 w 10211"/>
                  <a:gd name="connsiteY16" fmla="*/ 2729 h 10491"/>
                  <a:gd name="connsiteX17" fmla="*/ 10033 w 10211"/>
                  <a:gd name="connsiteY17" fmla="*/ 2922 h 10491"/>
                  <a:gd name="connsiteX18" fmla="*/ 9949 w 10211"/>
                  <a:gd name="connsiteY18" fmla="*/ 3149 h 10491"/>
                  <a:gd name="connsiteX19" fmla="*/ 9866 w 10211"/>
                  <a:gd name="connsiteY19" fmla="*/ 3411 h 10491"/>
                  <a:gd name="connsiteX20" fmla="*/ 9761 w 10211"/>
                  <a:gd name="connsiteY20" fmla="*/ 3707 h 10491"/>
                  <a:gd name="connsiteX21" fmla="*/ 9636 w 10211"/>
                  <a:gd name="connsiteY21" fmla="*/ 4024 h 10491"/>
                  <a:gd name="connsiteX22" fmla="*/ 9521 w 10211"/>
                  <a:gd name="connsiteY22" fmla="*/ 4362 h 10491"/>
                  <a:gd name="connsiteX23" fmla="*/ 9406 w 10211"/>
                  <a:gd name="connsiteY23" fmla="*/ 4720 h 10491"/>
                  <a:gd name="connsiteX24" fmla="*/ 9280 w 10211"/>
                  <a:gd name="connsiteY24" fmla="*/ 5085 h 10491"/>
                  <a:gd name="connsiteX25" fmla="*/ 9019 w 10211"/>
                  <a:gd name="connsiteY25" fmla="*/ 5856 h 10491"/>
                  <a:gd name="connsiteX26" fmla="*/ 8883 w 10211"/>
                  <a:gd name="connsiteY26" fmla="*/ 6249 h 10491"/>
                  <a:gd name="connsiteX27" fmla="*/ 8747 w 10211"/>
                  <a:gd name="connsiteY27" fmla="*/ 6634 h 10491"/>
                  <a:gd name="connsiteX28" fmla="*/ 8611 w 10211"/>
                  <a:gd name="connsiteY28" fmla="*/ 7020 h 10491"/>
                  <a:gd name="connsiteX29" fmla="*/ 8485 w 10211"/>
                  <a:gd name="connsiteY29" fmla="*/ 7399 h 10491"/>
                  <a:gd name="connsiteX30" fmla="*/ 8370 w 10211"/>
                  <a:gd name="connsiteY30" fmla="*/ 7757 h 10491"/>
                  <a:gd name="connsiteX31" fmla="*/ 8255 w 10211"/>
                  <a:gd name="connsiteY31" fmla="*/ 8108 h 10491"/>
                  <a:gd name="connsiteX32" fmla="*/ 8129 w 10211"/>
                  <a:gd name="connsiteY32" fmla="*/ 8432 h 10491"/>
                  <a:gd name="connsiteX33" fmla="*/ 8025 w 10211"/>
                  <a:gd name="connsiteY33" fmla="*/ 8728 h 10491"/>
                  <a:gd name="connsiteX34" fmla="*/ 7941 w 10211"/>
                  <a:gd name="connsiteY34" fmla="*/ 9003 h 10491"/>
                  <a:gd name="connsiteX35" fmla="*/ 7857 w 10211"/>
                  <a:gd name="connsiteY35" fmla="*/ 9251 h 10491"/>
                  <a:gd name="connsiteX36" fmla="*/ 7784 w 10211"/>
                  <a:gd name="connsiteY36" fmla="*/ 9458 h 10491"/>
                  <a:gd name="connsiteX37" fmla="*/ 7732 w 10211"/>
                  <a:gd name="connsiteY37" fmla="*/ 9623 h 10491"/>
                  <a:gd name="connsiteX38" fmla="*/ 7690 w 10211"/>
                  <a:gd name="connsiteY38" fmla="*/ 9747 h 10491"/>
                  <a:gd name="connsiteX39" fmla="*/ 7669 w 10211"/>
                  <a:gd name="connsiteY39" fmla="*/ 9823 h 10491"/>
                  <a:gd name="connsiteX40" fmla="*/ 7648 w 10211"/>
                  <a:gd name="connsiteY40" fmla="*/ 9851 h 10491"/>
                  <a:gd name="connsiteX41" fmla="*/ 7638 w 10211"/>
                  <a:gd name="connsiteY41" fmla="*/ 9871 h 10491"/>
                  <a:gd name="connsiteX42" fmla="*/ 7617 w 10211"/>
                  <a:gd name="connsiteY42" fmla="*/ 9912 h 10491"/>
                  <a:gd name="connsiteX43" fmla="*/ 7575 w 10211"/>
                  <a:gd name="connsiteY43" fmla="*/ 9968 h 10491"/>
                  <a:gd name="connsiteX44" fmla="*/ 7512 w 10211"/>
                  <a:gd name="connsiteY44" fmla="*/ 10050 h 10491"/>
                  <a:gd name="connsiteX45" fmla="*/ 7418 w 10211"/>
                  <a:gd name="connsiteY45" fmla="*/ 10133 h 10491"/>
                  <a:gd name="connsiteX46" fmla="*/ 7314 w 10211"/>
                  <a:gd name="connsiteY46" fmla="*/ 10216 h 10491"/>
                  <a:gd name="connsiteX47" fmla="*/ 7188 w 10211"/>
                  <a:gd name="connsiteY47" fmla="*/ 10305 h 10491"/>
                  <a:gd name="connsiteX48" fmla="*/ 7031 w 10211"/>
                  <a:gd name="connsiteY48" fmla="*/ 10381 h 10491"/>
                  <a:gd name="connsiteX49" fmla="*/ 6843 w 10211"/>
                  <a:gd name="connsiteY49" fmla="*/ 10443 h 10491"/>
                  <a:gd name="connsiteX50" fmla="*/ 6644 w 10211"/>
                  <a:gd name="connsiteY50" fmla="*/ 10484 h 10491"/>
                  <a:gd name="connsiteX51" fmla="*/ 6403 w 10211"/>
                  <a:gd name="connsiteY51" fmla="*/ 10491 h 10491"/>
                  <a:gd name="connsiteX52" fmla="*/ 6142 w 10211"/>
                  <a:gd name="connsiteY52" fmla="*/ 10477 h 10491"/>
                  <a:gd name="connsiteX53" fmla="*/ 4 w 10211"/>
                  <a:gd name="connsiteY53" fmla="*/ 9534 h 10491"/>
                  <a:gd name="connsiteX54" fmla="*/ 104 w 10211"/>
                  <a:gd name="connsiteY54" fmla="*/ 0 h 10491"/>
                  <a:gd name="connsiteX0" fmla="*/ 16763 w 26870"/>
                  <a:gd name="connsiteY0" fmla="*/ 0 h 10491"/>
                  <a:gd name="connsiteX1" fmla="*/ 25761 w 26870"/>
                  <a:gd name="connsiteY1" fmla="*/ 1407 h 10491"/>
                  <a:gd name="connsiteX2" fmla="*/ 25782 w 26870"/>
                  <a:gd name="connsiteY2" fmla="*/ 1407 h 10491"/>
                  <a:gd name="connsiteX3" fmla="*/ 25834 w 26870"/>
                  <a:gd name="connsiteY3" fmla="*/ 1414 h 10491"/>
                  <a:gd name="connsiteX4" fmla="*/ 25908 w 26870"/>
                  <a:gd name="connsiteY4" fmla="*/ 1421 h 10491"/>
                  <a:gd name="connsiteX5" fmla="*/ 26117 w 26870"/>
                  <a:gd name="connsiteY5" fmla="*/ 1455 h 10491"/>
                  <a:gd name="connsiteX6" fmla="*/ 26242 w 26870"/>
                  <a:gd name="connsiteY6" fmla="*/ 1490 h 10491"/>
                  <a:gd name="connsiteX7" fmla="*/ 26368 w 26870"/>
                  <a:gd name="connsiteY7" fmla="*/ 1545 h 10491"/>
                  <a:gd name="connsiteX8" fmla="*/ 26493 w 26870"/>
                  <a:gd name="connsiteY8" fmla="*/ 1600 h 10491"/>
                  <a:gd name="connsiteX9" fmla="*/ 26608 w 26870"/>
                  <a:gd name="connsiteY9" fmla="*/ 1682 h 10491"/>
                  <a:gd name="connsiteX10" fmla="*/ 26713 w 26870"/>
                  <a:gd name="connsiteY10" fmla="*/ 1772 h 10491"/>
                  <a:gd name="connsiteX11" fmla="*/ 26797 w 26870"/>
                  <a:gd name="connsiteY11" fmla="*/ 1896 h 10491"/>
                  <a:gd name="connsiteX12" fmla="*/ 26849 w 26870"/>
                  <a:gd name="connsiteY12" fmla="*/ 2020 h 10491"/>
                  <a:gd name="connsiteX13" fmla="*/ 26870 w 26870"/>
                  <a:gd name="connsiteY13" fmla="*/ 2185 h 10491"/>
                  <a:gd name="connsiteX14" fmla="*/ 26860 w 26870"/>
                  <a:gd name="connsiteY14" fmla="*/ 2364 h 10491"/>
                  <a:gd name="connsiteX15" fmla="*/ 26807 w 26870"/>
                  <a:gd name="connsiteY15" fmla="*/ 2578 h 10491"/>
                  <a:gd name="connsiteX16" fmla="*/ 26755 w 26870"/>
                  <a:gd name="connsiteY16" fmla="*/ 2729 h 10491"/>
                  <a:gd name="connsiteX17" fmla="*/ 26692 w 26870"/>
                  <a:gd name="connsiteY17" fmla="*/ 2922 h 10491"/>
                  <a:gd name="connsiteX18" fmla="*/ 26608 w 26870"/>
                  <a:gd name="connsiteY18" fmla="*/ 3149 h 10491"/>
                  <a:gd name="connsiteX19" fmla="*/ 26525 w 26870"/>
                  <a:gd name="connsiteY19" fmla="*/ 3411 h 10491"/>
                  <a:gd name="connsiteX20" fmla="*/ 26420 w 26870"/>
                  <a:gd name="connsiteY20" fmla="*/ 3707 h 10491"/>
                  <a:gd name="connsiteX21" fmla="*/ 26295 w 26870"/>
                  <a:gd name="connsiteY21" fmla="*/ 4024 h 10491"/>
                  <a:gd name="connsiteX22" fmla="*/ 26180 w 26870"/>
                  <a:gd name="connsiteY22" fmla="*/ 4362 h 10491"/>
                  <a:gd name="connsiteX23" fmla="*/ 26065 w 26870"/>
                  <a:gd name="connsiteY23" fmla="*/ 4720 h 10491"/>
                  <a:gd name="connsiteX24" fmla="*/ 25939 w 26870"/>
                  <a:gd name="connsiteY24" fmla="*/ 5085 h 10491"/>
                  <a:gd name="connsiteX25" fmla="*/ 25678 w 26870"/>
                  <a:gd name="connsiteY25" fmla="*/ 5856 h 10491"/>
                  <a:gd name="connsiteX26" fmla="*/ 25542 w 26870"/>
                  <a:gd name="connsiteY26" fmla="*/ 6249 h 10491"/>
                  <a:gd name="connsiteX27" fmla="*/ 25406 w 26870"/>
                  <a:gd name="connsiteY27" fmla="*/ 6634 h 10491"/>
                  <a:gd name="connsiteX28" fmla="*/ 25270 w 26870"/>
                  <a:gd name="connsiteY28" fmla="*/ 7020 h 10491"/>
                  <a:gd name="connsiteX29" fmla="*/ 25144 w 26870"/>
                  <a:gd name="connsiteY29" fmla="*/ 7399 h 10491"/>
                  <a:gd name="connsiteX30" fmla="*/ 25029 w 26870"/>
                  <a:gd name="connsiteY30" fmla="*/ 7757 h 10491"/>
                  <a:gd name="connsiteX31" fmla="*/ 24914 w 26870"/>
                  <a:gd name="connsiteY31" fmla="*/ 8108 h 10491"/>
                  <a:gd name="connsiteX32" fmla="*/ 24788 w 26870"/>
                  <a:gd name="connsiteY32" fmla="*/ 8432 h 10491"/>
                  <a:gd name="connsiteX33" fmla="*/ 24684 w 26870"/>
                  <a:gd name="connsiteY33" fmla="*/ 8728 h 10491"/>
                  <a:gd name="connsiteX34" fmla="*/ 24600 w 26870"/>
                  <a:gd name="connsiteY34" fmla="*/ 9003 h 10491"/>
                  <a:gd name="connsiteX35" fmla="*/ 24516 w 26870"/>
                  <a:gd name="connsiteY35" fmla="*/ 9251 h 10491"/>
                  <a:gd name="connsiteX36" fmla="*/ 24443 w 26870"/>
                  <a:gd name="connsiteY36" fmla="*/ 9458 h 10491"/>
                  <a:gd name="connsiteX37" fmla="*/ 24391 w 26870"/>
                  <a:gd name="connsiteY37" fmla="*/ 9623 h 10491"/>
                  <a:gd name="connsiteX38" fmla="*/ 24349 w 26870"/>
                  <a:gd name="connsiteY38" fmla="*/ 9747 h 10491"/>
                  <a:gd name="connsiteX39" fmla="*/ 24328 w 26870"/>
                  <a:gd name="connsiteY39" fmla="*/ 9823 h 10491"/>
                  <a:gd name="connsiteX40" fmla="*/ 24307 w 26870"/>
                  <a:gd name="connsiteY40" fmla="*/ 9851 h 10491"/>
                  <a:gd name="connsiteX41" fmla="*/ 24297 w 26870"/>
                  <a:gd name="connsiteY41" fmla="*/ 9871 h 10491"/>
                  <a:gd name="connsiteX42" fmla="*/ 24276 w 26870"/>
                  <a:gd name="connsiteY42" fmla="*/ 9912 h 10491"/>
                  <a:gd name="connsiteX43" fmla="*/ 24234 w 26870"/>
                  <a:gd name="connsiteY43" fmla="*/ 9968 h 10491"/>
                  <a:gd name="connsiteX44" fmla="*/ 24171 w 26870"/>
                  <a:gd name="connsiteY44" fmla="*/ 10050 h 10491"/>
                  <a:gd name="connsiteX45" fmla="*/ 24077 w 26870"/>
                  <a:gd name="connsiteY45" fmla="*/ 10133 h 10491"/>
                  <a:gd name="connsiteX46" fmla="*/ 23973 w 26870"/>
                  <a:gd name="connsiteY46" fmla="*/ 10216 h 10491"/>
                  <a:gd name="connsiteX47" fmla="*/ 23847 w 26870"/>
                  <a:gd name="connsiteY47" fmla="*/ 10305 h 10491"/>
                  <a:gd name="connsiteX48" fmla="*/ 23690 w 26870"/>
                  <a:gd name="connsiteY48" fmla="*/ 10381 h 10491"/>
                  <a:gd name="connsiteX49" fmla="*/ 23502 w 26870"/>
                  <a:gd name="connsiteY49" fmla="*/ 10443 h 10491"/>
                  <a:gd name="connsiteX50" fmla="*/ 23303 w 26870"/>
                  <a:gd name="connsiteY50" fmla="*/ 10484 h 10491"/>
                  <a:gd name="connsiteX51" fmla="*/ 23062 w 26870"/>
                  <a:gd name="connsiteY51" fmla="*/ 10491 h 10491"/>
                  <a:gd name="connsiteX52" fmla="*/ 22801 w 26870"/>
                  <a:gd name="connsiteY52" fmla="*/ 10477 h 10491"/>
                  <a:gd name="connsiteX53" fmla="*/ 0 w 26870"/>
                  <a:gd name="connsiteY53" fmla="*/ 7242 h 10491"/>
                  <a:gd name="connsiteX54" fmla="*/ 16763 w 26870"/>
                  <a:gd name="connsiteY54" fmla="*/ 0 h 10491"/>
                  <a:gd name="connsiteX0" fmla="*/ 268 w 26872"/>
                  <a:gd name="connsiteY0" fmla="*/ 0 h 13002"/>
                  <a:gd name="connsiteX1" fmla="*/ 25763 w 26872"/>
                  <a:gd name="connsiteY1" fmla="*/ 3918 h 13002"/>
                  <a:gd name="connsiteX2" fmla="*/ 25784 w 26872"/>
                  <a:gd name="connsiteY2" fmla="*/ 3918 h 13002"/>
                  <a:gd name="connsiteX3" fmla="*/ 25836 w 26872"/>
                  <a:gd name="connsiteY3" fmla="*/ 3925 h 13002"/>
                  <a:gd name="connsiteX4" fmla="*/ 25910 w 26872"/>
                  <a:gd name="connsiteY4" fmla="*/ 3932 h 13002"/>
                  <a:gd name="connsiteX5" fmla="*/ 26119 w 26872"/>
                  <a:gd name="connsiteY5" fmla="*/ 3966 h 13002"/>
                  <a:gd name="connsiteX6" fmla="*/ 26244 w 26872"/>
                  <a:gd name="connsiteY6" fmla="*/ 4001 h 13002"/>
                  <a:gd name="connsiteX7" fmla="*/ 26370 w 26872"/>
                  <a:gd name="connsiteY7" fmla="*/ 4056 h 13002"/>
                  <a:gd name="connsiteX8" fmla="*/ 26495 w 26872"/>
                  <a:gd name="connsiteY8" fmla="*/ 4111 h 13002"/>
                  <a:gd name="connsiteX9" fmla="*/ 26610 w 26872"/>
                  <a:gd name="connsiteY9" fmla="*/ 4193 h 13002"/>
                  <a:gd name="connsiteX10" fmla="*/ 26715 w 26872"/>
                  <a:gd name="connsiteY10" fmla="*/ 4283 h 13002"/>
                  <a:gd name="connsiteX11" fmla="*/ 26799 w 26872"/>
                  <a:gd name="connsiteY11" fmla="*/ 4407 h 13002"/>
                  <a:gd name="connsiteX12" fmla="*/ 26851 w 26872"/>
                  <a:gd name="connsiteY12" fmla="*/ 4531 h 13002"/>
                  <a:gd name="connsiteX13" fmla="*/ 26872 w 26872"/>
                  <a:gd name="connsiteY13" fmla="*/ 4696 h 13002"/>
                  <a:gd name="connsiteX14" fmla="*/ 26862 w 26872"/>
                  <a:gd name="connsiteY14" fmla="*/ 4875 h 13002"/>
                  <a:gd name="connsiteX15" fmla="*/ 26809 w 26872"/>
                  <a:gd name="connsiteY15" fmla="*/ 5089 h 13002"/>
                  <a:gd name="connsiteX16" fmla="*/ 26757 w 26872"/>
                  <a:gd name="connsiteY16" fmla="*/ 5240 h 13002"/>
                  <a:gd name="connsiteX17" fmla="*/ 26694 w 26872"/>
                  <a:gd name="connsiteY17" fmla="*/ 5433 h 13002"/>
                  <a:gd name="connsiteX18" fmla="*/ 26610 w 26872"/>
                  <a:gd name="connsiteY18" fmla="*/ 5660 h 13002"/>
                  <a:gd name="connsiteX19" fmla="*/ 26527 w 26872"/>
                  <a:gd name="connsiteY19" fmla="*/ 5922 h 13002"/>
                  <a:gd name="connsiteX20" fmla="*/ 26422 w 26872"/>
                  <a:gd name="connsiteY20" fmla="*/ 6218 h 13002"/>
                  <a:gd name="connsiteX21" fmla="*/ 26297 w 26872"/>
                  <a:gd name="connsiteY21" fmla="*/ 6535 h 13002"/>
                  <a:gd name="connsiteX22" fmla="*/ 26182 w 26872"/>
                  <a:gd name="connsiteY22" fmla="*/ 6873 h 13002"/>
                  <a:gd name="connsiteX23" fmla="*/ 26067 w 26872"/>
                  <a:gd name="connsiteY23" fmla="*/ 7231 h 13002"/>
                  <a:gd name="connsiteX24" fmla="*/ 25941 w 26872"/>
                  <a:gd name="connsiteY24" fmla="*/ 7596 h 13002"/>
                  <a:gd name="connsiteX25" fmla="*/ 25680 w 26872"/>
                  <a:gd name="connsiteY25" fmla="*/ 8367 h 13002"/>
                  <a:gd name="connsiteX26" fmla="*/ 25544 w 26872"/>
                  <a:gd name="connsiteY26" fmla="*/ 8760 h 13002"/>
                  <a:gd name="connsiteX27" fmla="*/ 25408 w 26872"/>
                  <a:gd name="connsiteY27" fmla="*/ 9145 h 13002"/>
                  <a:gd name="connsiteX28" fmla="*/ 25272 w 26872"/>
                  <a:gd name="connsiteY28" fmla="*/ 9531 h 13002"/>
                  <a:gd name="connsiteX29" fmla="*/ 25146 w 26872"/>
                  <a:gd name="connsiteY29" fmla="*/ 9910 h 13002"/>
                  <a:gd name="connsiteX30" fmla="*/ 25031 w 26872"/>
                  <a:gd name="connsiteY30" fmla="*/ 10268 h 13002"/>
                  <a:gd name="connsiteX31" fmla="*/ 24916 w 26872"/>
                  <a:gd name="connsiteY31" fmla="*/ 10619 h 13002"/>
                  <a:gd name="connsiteX32" fmla="*/ 24790 w 26872"/>
                  <a:gd name="connsiteY32" fmla="*/ 10943 h 13002"/>
                  <a:gd name="connsiteX33" fmla="*/ 24686 w 26872"/>
                  <a:gd name="connsiteY33" fmla="*/ 11239 h 13002"/>
                  <a:gd name="connsiteX34" fmla="*/ 24602 w 26872"/>
                  <a:gd name="connsiteY34" fmla="*/ 11514 h 13002"/>
                  <a:gd name="connsiteX35" fmla="*/ 24518 w 26872"/>
                  <a:gd name="connsiteY35" fmla="*/ 11762 h 13002"/>
                  <a:gd name="connsiteX36" fmla="*/ 24445 w 26872"/>
                  <a:gd name="connsiteY36" fmla="*/ 11969 h 13002"/>
                  <a:gd name="connsiteX37" fmla="*/ 24393 w 26872"/>
                  <a:gd name="connsiteY37" fmla="*/ 12134 h 13002"/>
                  <a:gd name="connsiteX38" fmla="*/ 24351 w 26872"/>
                  <a:gd name="connsiteY38" fmla="*/ 12258 h 13002"/>
                  <a:gd name="connsiteX39" fmla="*/ 24330 w 26872"/>
                  <a:gd name="connsiteY39" fmla="*/ 12334 h 13002"/>
                  <a:gd name="connsiteX40" fmla="*/ 24309 w 26872"/>
                  <a:gd name="connsiteY40" fmla="*/ 12362 h 13002"/>
                  <a:gd name="connsiteX41" fmla="*/ 24299 w 26872"/>
                  <a:gd name="connsiteY41" fmla="*/ 12382 h 13002"/>
                  <a:gd name="connsiteX42" fmla="*/ 24278 w 26872"/>
                  <a:gd name="connsiteY42" fmla="*/ 12423 h 13002"/>
                  <a:gd name="connsiteX43" fmla="*/ 24236 w 26872"/>
                  <a:gd name="connsiteY43" fmla="*/ 12479 h 13002"/>
                  <a:gd name="connsiteX44" fmla="*/ 24173 w 26872"/>
                  <a:gd name="connsiteY44" fmla="*/ 12561 h 13002"/>
                  <a:gd name="connsiteX45" fmla="*/ 24079 w 26872"/>
                  <a:gd name="connsiteY45" fmla="*/ 12644 h 13002"/>
                  <a:gd name="connsiteX46" fmla="*/ 23975 w 26872"/>
                  <a:gd name="connsiteY46" fmla="*/ 12727 h 13002"/>
                  <a:gd name="connsiteX47" fmla="*/ 23849 w 26872"/>
                  <a:gd name="connsiteY47" fmla="*/ 12816 h 13002"/>
                  <a:gd name="connsiteX48" fmla="*/ 23692 w 26872"/>
                  <a:gd name="connsiteY48" fmla="*/ 12892 h 13002"/>
                  <a:gd name="connsiteX49" fmla="*/ 23504 w 26872"/>
                  <a:gd name="connsiteY49" fmla="*/ 12954 h 13002"/>
                  <a:gd name="connsiteX50" fmla="*/ 23305 w 26872"/>
                  <a:gd name="connsiteY50" fmla="*/ 12995 h 13002"/>
                  <a:gd name="connsiteX51" fmla="*/ 23064 w 26872"/>
                  <a:gd name="connsiteY51" fmla="*/ 13002 h 13002"/>
                  <a:gd name="connsiteX52" fmla="*/ 22803 w 26872"/>
                  <a:gd name="connsiteY52" fmla="*/ 12988 h 13002"/>
                  <a:gd name="connsiteX53" fmla="*/ 2 w 26872"/>
                  <a:gd name="connsiteY53" fmla="*/ 9753 h 13002"/>
                  <a:gd name="connsiteX54" fmla="*/ 268 w 26872"/>
                  <a:gd name="connsiteY54" fmla="*/ 0 h 1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6872" h="13002">
                    <a:moveTo>
                      <a:pt x="268" y="0"/>
                    </a:moveTo>
                    <a:lnTo>
                      <a:pt x="25763" y="3918"/>
                    </a:lnTo>
                    <a:lnTo>
                      <a:pt x="25784" y="3918"/>
                    </a:lnTo>
                    <a:cubicBezTo>
                      <a:pt x="25801" y="3920"/>
                      <a:pt x="25819" y="3923"/>
                      <a:pt x="25836" y="3925"/>
                    </a:cubicBezTo>
                    <a:cubicBezTo>
                      <a:pt x="25861" y="3927"/>
                      <a:pt x="25885" y="3930"/>
                      <a:pt x="25910" y="3932"/>
                    </a:cubicBezTo>
                    <a:lnTo>
                      <a:pt x="26119" y="3966"/>
                    </a:lnTo>
                    <a:lnTo>
                      <a:pt x="26244" y="4001"/>
                    </a:lnTo>
                    <a:lnTo>
                      <a:pt x="26370" y="4056"/>
                    </a:lnTo>
                    <a:cubicBezTo>
                      <a:pt x="26412" y="4074"/>
                      <a:pt x="26453" y="4093"/>
                      <a:pt x="26495" y="4111"/>
                    </a:cubicBezTo>
                    <a:lnTo>
                      <a:pt x="26610" y="4193"/>
                    </a:lnTo>
                    <a:lnTo>
                      <a:pt x="26715" y="4283"/>
                    </a:lnTo>
                    <a:cubicBezTo>
                      <a:pt x="26743" y="4324"/>
                      <a:pt x="26771" y="4366"/>
                      <a:pt x="26799" y="4407"/>
                    </a:cubicBezTo>
                    <a:cubicBezTo>
                      <a:pt x="26816" y="4448"/>
                      <a:pt x="26834" y="4490"/>
                      <a:pt x="26851" y="4531"/>
                    </a:cubicBezTo>
                    <a:lnTo>
                      <a:pt x="26872" y="4696"/>
                    </a:lnTo>
                    <a:cubicBezTo>
                      <a:pt x="26869" y="4756"/>
                      <a:pt x="26865" y="4815"/>
                      <a:pt x="26862" y="4875"/>
                    </a:cubicBezTo>
                    <a:cubicBezTo>
                      <a:pt x="26844" y="4946"/>
                      <a:pt x="26827" y="5018"/>
                      <a:pt x="26809" y="5089"/>
                    </a:cubicBezTo>
                    <a:cubicBezTo>
                      <a:pt x="26792" y="5139"/>
                      <a:pt x="26774" y="5190"/>
                      <a:pt x="26757" y="5240"/>
                    </a:cubicBezTo>
                    <a:cubicBezTo>
                      <a:pt x="26736" y="5304"/>
                      <a:pt x="26715" y="5369"/>
                      <a:pt x="26694" y="5433"/>
                    </a:cubicBezTo>
                    <a:cubicBezTo>
                      <a:pt x="26666" y="5509"/>
                      <a:pt x="26638" y="5584"/>
                      <a:pt x="26610" y="5660"/>
                    </a:cubicBezTo>
                    <a:cubicBezTo>
                      <a:pt x="26582" y="5747"/>
                      <a:pt x="26555" y="5835"/>
                      <a:pt x="26527" y="5922"/>
                    </a:cubicBezTo>
                    <a:lnTo>
                      <a:pt x="26422" y="6218"/>
                    </a:lnTo>
                    <a:cubicBezTo>
                      <a:pt x="26380" y="6324"/>
                      <a:pt x="26339" y="6429"/>
                      <a:pt x="26297" y="6535"/>
                    </a:cubicBezTo>
                    <a:cubicBezTo>
                      <a:pt x="26259" y="6648"/>
                      <a:pt x="26220" y="6760"/>
                      <a:pt x="26182" y="6873"/>
                    </a:cubicBezTo>
                    <a:cubicBezTo>
                      <a:pt x="26144" y="6992"/>
                      <a:pt x="26105" y="7112"/>
                      <a:pt x="26067" y="7231"/>
                    </a:cubicBezTo>
                    <a:lnTo>
                      <a:pt x="25941" y="7596"/>
                    </a:lnTo>
                    <a:lnTo>
                      <a:pt x="25680" y="8367"/>
                    </a:lnTo>
                    <a:cubicBezTo>
                      <a:pt x="25635" y="8498"/>
                      <a:pt x="25589" y="8629"/>
                      <a:pt x="25544" y="8760"/>
                    </a:cubicBezTo>
                    <a:cubicBezTo>
                      <a:pt x="25499" y="8888"/>
                      <a:pt x="25453" y="9017"/>
                      <a:pt x="25408" y="9145"/>
                    </a:cubicBezTo>
                    <a:cubicBezTo>
                      <a:pt x="25363" y="9274"/>
                      <a:pt x="25317" y="9402"/>
                      <a:pt x="25272" y="9531"/>
                    </a:cubicBezTo>
                    <a:lnTo>
                      <a:pt x="25146" y="9910"/>
                    </a:lnTo>
                    <a:cubicBezTo>
                      <a:pt x="25108" y="10029"/>
                      <a:pt x="25069" y="10149"/>
                      <a:pt x="25031" y="10268"/>
                    </a:cubicBezTo>
                    <a:cubicBezTo>
                      <a:pt x="24993" y="10385"/>
                      <a:pt x="24954" y="10502"/>
                      <a:pt x="24916" y="10619"/>
                    </a:cubicBezTo>
                    <a:lnTo>
                      <a:pt x="24790" y="10943"/>
                    </a:lnTo>
                    <a:cubicBezTo>
                      <a:pt x="24755" y="11042"/>
                      <a:pt x="24721" y="11140"/>
                      <a:pt x="24686" y="11239"/>
                    </a:cubicBezTo>
                    <a:cubicBezTo>
                      <a:pt x="24658" y="11331"/>
                      <a:pt x="24630" y="11422"/>
                      <a:pt x="24602" y="11514"/>
                    </a:cubicBezTo>
                    <a:cubicBezTo>
                      <a:pt x="24574" y="11597"/>
                      <a:pt x="24546" y="11679"/>
                      <a:pt x="24518" y="11762"/>
                    </a:cubicBezTo>
                    <a:cubicBezTo>
                      <a:pt x="24494" y="11831"/>
                      <a:pt x="24469" y="11900"/>
                      <a:pt x="24445" y="11969"/>
                    </a:cubicBezTo>
                    <a:cubicBezTo>
                      <a:pt x="24428" y="12024"/>
                      <a:pt x="24410" y="12079"/>
                      <a:pt x="24393" y="12134"/>
                    </a:cubicBezTo>
                    <a:cubicBezTo>
                      <a:pt x="24379" y="12175"/>
                      <a:pt x="24365" y="12217"/>
                      <a:pt x="24351" y="12258"/>
                    </a:cubicBezTo>
                    <a:cubicBezTo>
                      <a:pt x="24344" y="12283"/>
                      <a:pt x="24337" y="12309"/>
                      <a:pt x="24330" y="12334"/>
                    </a:cubicBezTo>
                    <a:cubicBezTo>
                      <a:pt x="24323" y="12343"/>
                      <a:pt x="24316" y="12353"/>
                      <a:pt x="24309" y="12362"/>
                    </a:cubicBezTo>
                    <a:cubicBezTo>
                      <a:pt x="24306" y="12369"/>
                      <a:pt x="24302" y="12375"/>
                      <a:pt x="24299" y="12382"/>
                    </a:cubicBezTo>
                    <a:cubicBezTo>
                      <a:pt x="24292" y="12396"/>
                      <a:pt x="24285" y="12409"/>
                      <a:pt x="24278" y="12423"/>
                    </a:cubicBezTo>
                    <a:cubicBezTo>
                      <a:pt x="24264" y="12442"/>
                      <a:pt x="24250" y="12460"/>
                      <a:pt x="24236" y="12479"/>
                    </a:cubicBezTo>
                    <a:cubicBezTo>
                      <a:pt x="24215" y="12506"/>
                      <a:pt x="24194" y="12534"/>
                      <a:pt x="24173" y="12561"/>
                    </a:cubicBezTo>
                    <a:cubicBezTo>
                      <a:pt x="24142" y="12589"/>
                      <a:pt x="24110" y="12616"/>
                      <a:pt x="24079" y="12644"/>
                    </a:cubicBezTo>
                    <a:lnTo>
                      <a:pt x="23975" y="12727"/>
                    </a:lnTo>
                    <a:lnTo>
                      <a:pt x="23849" y="12816"/>
                    </a:lnTo>
                    <a:lnTo>
                      <a:pt x="23692" y="12892"/>
                    </a:lnTo>
                    <a:lnTo>
                      <a:pt x="23504" y="12954"/>
                    </a:lnTo>
                    <a:lnTo>
                      <a:pt x="23305" y="12995"/>
                    </a:lnTo>
                    <a:lnTo>
                      <a:pt x="23064" y="13002"/>
                    </a:lnTo>
                    <a:lnTo>
                      <a:pt x="22803" y="12988"/>
                    </a:lnTo>
                    <a:lnTo>
                      <a:pt x="2" y="9753"/>
                    </a:lnTo>
                    <a:cubicBezTo>
                      <a:pt x="-34" y="6566"/>
                      <a:pt x="304" y="3187"/>
                      <a:pt x="26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0" name="Freeform 7"/>
              <p:cNvSpPr>
                <a:spLocks/>
              </p:cNvSpPr>
              <p:nvPr/>
            </p:nvSpPr>
            <p:spPr bwMode="auto">
              <a:xfrm>
                <a:off x="4522788" y="2160588"/>
                <a:ext cx="3135312" cy="2008188"/>
              </a:xfrm>
              <a:custGeom>
                <a:avLst/>
                <a:gdLst/>
                <a:ahLst/>
                <a:cxnLst>
                  <a:cxn ang="0">
                    <a:pos x="743" y="0"/>
                  </a:cxn>
                  <a:cxn ang="0">
                    <a:pos x="1766" y="88"/>
                  </a:cxn>
                  <a:cxn ang="0">
                    <a:pos x="1975" y="1090"/>
                  </a:cxn>
                  <a:cxn ang="0">
                    <a:pos x="1764" y="1265"/>
                  </a:cxn>
                  <a:cxn ang="0">
                    <a:pos x="1280" y="743"/>
                  </a:cxn>
                  <a:cxn ang="0">
                    <a:pos x="1276" y="742"/>
                  </a:cxn>
                  <a:cxn ang="0">
                    <a:pos x="1266" y="738"/>
                  </a:cxn>
                  <a:cxn ang="0">
                    <a:pos x="1250" y="733"/>
                  </a:cxn>
                  <a:cxn ang="0">
                    <a:pos x="1228" y="724"/>
                  </a:cxn>
                  <a:cxn ang="0">
                    <a:pos x="1200" y="714"/>
                  </a:cxn>
                  <a:cxn ang="0">
                    <a:pos x="1169" y="702"/>
                  </a:cxn>
                  <a:cxn ang="0">
                    <a:pos x="1136" y="686"/>
                  </a:cxn>
                  <a:cxn ang="0">
                    <a:pos x="1097" y="669"/>
                  </a:cxn>
                  <a:cxn ang="0">
                    <a:pos x="1058" y="647"/>
                  </a:cxn>
                  <a:cxn ang="0">
                    <a:pos x="1017" y="625"/>
                  </a:cxn>
                  <a:cxn ang="0">
                    <a:pos x="974" y="599"/>
                  </a:cxn>
                  <a:cxn ang="0">
                    <a:pos x="931" y="569"/>
                  </a:cxn>
                  <a:cxn ang="0">
                    <a:pos x="889" y="538"/>
                  </a:cxn>
                  <a:cxn ang="0">
                    <a:pos x="848" y="503"/>
                  </a:cxn>
                  <a:cxn ang="0">
                    <a:pos x="807" y="466"/>
                  </a:cxn>
                  <a:cxn ang="0">
                    <a:pos x="770" y="425"/>
                  </a:cxn>
                  <a:cxn ang="0">
                    <a:pos x="757" y="431"/>
                  </a:cxn>
                  <a:cxn ang="0">
                    <a:pos x="743" y="437"/>
                  </a:cxn>
                  <a:cxn ang="0">
                    <a:pos x="725" y="446"/>
                  </a:cxn>
                  <a:cxn ang="0">
                    <a:pos x="702" y="456"/>
                  </a:cxn>
                  <a:cxn ang="0">
                    <a:pos x="678" y="468"/>
                  </a:cxn>
                  <a:cxn ang="0">
                    <a:pos x="649" y="481"/>
                  </a:cxn>
                  <a:cxn ang="0">
                    <a:pos x="619" y="495"/>
                  </a:cxn>
                  <a:cxn ang="0">
                    <a:pos x="589" y="509"/>
                  </a:cxn>
                  <a:cxn ang="0">
                    <a:pos x="557" y="524"/>
                  </a:cxn>
                  <a:cxn ang="0">
                    <a:pos x="526" y="539"/>
                  </a:cxn>
                  <a:cxn ang="0">
                    <a:pos x="495" y="553"/>
                  </a:cxn>
                  <a:cxn ang="0">
                    <a:pos x="466" y="567"/>
                  </a:cxn>
                  <a:cxn ang="0">
                    <a:pos x="439" y="579"/>
                  </a:cxn>
                  <a:cxn ang="0">
                    <a:pos x="416" y="590"/>
                  </a:cxn>
                  <a:cxn ang="0">
                    <a:pos x="394" y="600"/>
                  </a:cxn>
                  <a:cxn ang="0">
                    <a:pos x="377" y="608"/>
                  </a:cxn>
                  <a:cxn ang="0">
                    <a:pos x="350" y="618"/>
                  </a:cxn>
                  <a:cxn ang="0">
                    <a:pos x="320" y="624"/>
                  </a:cxn>
                  <a:cxn ang="0">
                    <a:pos x="288" y="628"/>
                  </a:cxn>
                  <a:cxn ang="0">
                    <a:pos x="253" y="628"/>
                  </a:cxn>
                  <a:cxn ang="0">
                    <a:pos x="218" y="624"/>
                  </a:cxn>
                  <a:cxn ang="0">
                    <a:pos x="182" y="616"/>
                  </a:cxn>
                  <a:cxn ang="0">
                    <a:pos x="147" y="606"/>
                  </a:cxn>
                  <a:cxn ang="0">
                    <a:pos x="113" y="591"/>
                  </a:cxn>
                  <a:cxn ang="0">
                    <a:pos x="80" y="574"/>
                  </a:cxn>
                  <a:cxn ang="0">
                    <a:pos x="50" y="553"/>
                  </a:cxn>
                  <a:cxn ang="0">
                    <a:pos x="23" y="527"/>
                  </a:cxn>
                  <a:cxn ang="0">
                    <a:pos x="0" y="497"/>
                  </a:cxn>
                  <a:cxn ang="0">
                    <a:pos x="743" y="0"/>
                  </a:cxn>
                </a:cxnLst>
                <a:rect l="0" t="0" r="r" b="b"/>
                <a:pathLst>
                  <a:path w="1975" h="1265">
                    <a:moveTo>
                      <a:pt x="743" y="0"/>
                    </a:moveTo>
                    <a:lnTo>
                      <a:pt x="1766" y="88"/>
                    </a:lnTo>
                    <a:lnTo>
                      <a:pt x="1975" y="1090"/>
                    </a:lnTo>
                    <a:lnTo>
                      <a:pt x="1764" y="1265"/>
                    </a:lnTo>
                    <a:lnTo>
                      <a:pt x="1280" y="743"/>
                    </a:lnTo>
                    <a:lnTo>
                      <a:pt x="1276" y="742"/>
                    </a:lnTo>
                    <a:lnTo>
                      <a:pt x="1266" y="738"/>
                    </a:lnTo>
                    <a:lnTo>
                      <a:pt x="1250" y="733"/>
                    </a:lnTo>
                    <a:lnTo>
                      <a:pt x="1228" y="724"/>
                    </a:lnTo>
                    <a:lnTo>
                      <a:pt x="1200" y="714"/>
                    </a:lnTo>
                    <a:lnTo>
                      <a:pt x="1169" y="702"/>
                    </a:lnTo>
                    <a:lnTo>
                      <a:pt x="1136" y="686"/>
                    </a:lnTo>
                    <a:lnTo>
                      <a:pt x="1097" y="669"/>
                    </a:lnTo>
                    <a:lnTo>
                      <a:pt x="1058" y="647"/>
                    </a:lnTo>
                    <a:lnTo>
                      <a:pt x="1017" y="625"/>
                    </a:lnTo>
                    <a:lnTo>
                      <a:pt x="974" y="599"/>
                    </a:lnTo>
                    <a:lnTo>
                      <a:pt x="931" y="569"/>
                    </a:lnTo>
                    <a:lnTo>
                      <a:pt x="889" y="538"/>
                    </a:lnTo>
                    <a:lnTo>
                      <a:pt x="848" y="503"/>
                    </a:lnTo>
                    <a:lnTo>
                      <a:pt x="807" y="466"/>
                    </a:lnTo>
                    <a:lnTo>
                      <a:pt x="770" y="425"/>
                    </a:lnTo>
                    <a:lnTo>
                      <a:pt x="757" y="431"/>
                    </a:lnTo>
                    <a:lnTo>
                      <a:pt x="743" y="437"/>
                    </a:lnTo>
                    <a:lnTo>
                      <a:pt x="725" y="446"/>
                    </a:lnTo>
                    <a:lnTo>
                      <a:pt x="702" y="456"/>
                    </a:lnTo>
                    <a:lnTo>
                      <a:pt x="678" y="468"/>
                    </a:lnTo>
                    <a:lnTo>
                      <a:pt x="649" y="481"/>
                    </a:lnTo>
                    <a:lnTo>
                      <a:pt x="619" y="495"/>
                    </a:lnTo>
                    <a:lnTo>
                      <a:pt x="589" y="509"/>
                    </a:lnTo>
                    <a:lnTo>
                      <a:pt x="557" y="524"/>
                    </a:lnTo>
                    <a:lnTo>
                      <a:pt x="526" y="539"/>
                    </a:lnTo>
                    <a:lnTo>
                      <a:pt x="495" y="553"/>
                    </a:lnTo>
                    <a:lnTo>
                      <a:pt x="466" y="567"/>
                    </a:lnTo>
                    <a:lnTo>
                      <a:pt x="439" y="579"/>
                    </a:lnTo>
                    <a:lnTo>
                      <a:pt x="416" y="590"/>
                    </a:lnTo>
                    <a:lnTo>
                      <a:pt x="394" y="600"/>
                    </a:lnTo>
                    <a:lnTo>
                      <a:pt x="377" y="608"/>
                    </a:lnTo>
                    <a:lnTo>
                      <a:pt x="350" y="618"/>
                    </a:lnTo>
                    <a:lnTo>
                      <a:pt x="320" y="624"/>
                    </a:lnTo>
                    <a:lnTo>
                      <a:pt x="288" y="628"/>
                    </a:lnTo>
                    <a:lnTo>
                      <a:pt x="253" y="628"/>
                    </a:lnTo>
                    <a:lnTo>
                      <a:pt x="218" y="624"/>
                    </a:lnTo>
                    <a:lnTo>
                      <a:pt x="182" y="616"/>
                    </a:lnTo>
                    <a:lnTo>
                      <a:pt x="147" y="606"/>
                    </a:lnTo>
                    <a:lnTo>
                      <a:pt x="113" y="591"/>
                    </a:lnTo>
                    <a:lnTo>
                      <a:pt x="80" y="574"/>
                    </a:lnTo>
                    <a:lnTo>
                      <a:pt x="50" y="553"/>
                    </a:lnTo>
                    <a:lnTo>
                      <a:pt x="23" y="527"/>
                    </a:lnTo>
                    <a:lnTo>
                      <a:pt x="0" y="497"/>
                    </a:lnTo>
                    <a:lnTo>
                      <a:pt x="743"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1" name="Freeform 8"/>
              <p:cNvSpPr>
                <a:spLocks/>
              </p:cNvSpPr>
              <p:nvPr/>
            </p:nvSpPr>
            <p:spPr bwMode="auto">
              <a:xfrm>
                <a:off x="7477126" y="1177826"/>
                <a:ext cx="4006933" cy="2836963"/>
              </a:xfrm>
              <a:custGeom>
                <a:avLst/>
                <a:gdLst>
                  <a:gd name="connsiteX0" fmla="*/ 9850 w 10000"/>
                  <a:gd name="connsiteY0" fmla="*/ 0 h 10480"/>
                  <a:gd name="connsiteX1" fmla="*/ 10000 w 10000"/>
                  <a:gd name="connsiteY1" fmla="*/ 9736 h 10480"/>
                  <a:gd name="connsiteX2" fmla="*/ 9959 w 10000"/>
                  <a:gd name="connsiteY2" fmla="*/ 9743 h 10480"/>
                  <a:gd name="connsiteX3" fmla="*/ 9845 w 10000"/>
                  <a:gd name="connsiteY3" fmla="*/ 9758 h 10480"/>
                  <a:gd name="connsiteX4" fmla="*/ 9679 w 10000"/>
                  <a:gd name="connsiteY4" fmla="*/ 9793 h 10480"/>
                  <a:gd name="connsiteX5" fmla="*/ 9430 w 10000"/>
                  <a:gd name="connsiteY5" fmla="*/ 9829 h 10480"/>
                  <a:gd name="connsiteX6" fmla="*/ 9130 w 10000"/>
                  <a:gd name="connsiteY6" fmla="*/ 9886 h 10480"/>
                  <a:gd name="connsiteX7" fmla="*/ 8777 w 10000"/>
                  <a:gd name="connsiteY7" fmla="*/ 9936 h 10480"/>
                  <a:gd name="connsiteX8" fmla="*/ 8363 w 10000"/>
                  <a:gd name="connsiteY8" fmla="*/ 10008 h 10480"/>
                  <a:gd name="connsiteX9" fmla="*/ 7917 w 10000"/>
                  <a:gd name="connsiteY9" fmla="*/ 10072 h 10480"/>
                  <a:gd name="connsiteX10" fmla="*/ 7420 w 10000"/>
                  <a:gd name="connsiteY10" fmla="*/ 10144 h 10480"/>
                  <a:gd name="connsiteX11" fmla="*/ 6891 w 10000"/>
                  <a:gd name="connsiteY11" fmla="*/ 10215 h 10480"/>
                  <a:gd name="connsiteX12" fmla="*/ 6332 w 10000"/>
                  <a:gd name="connsiteY12" fmla="*/ 10287 h 10480"/>
                  <a:gd name="connsiteX13" fmla="*/ 5741 w 10000"/>
                  <a:gd name="connsiteY13" fmla="*/ 10358 h 10480"/>
                  <a:gd name="connsiteX14" fmla="*/ 5119 w 10000"/>
                  <a:gd name="connsiteY14" fmla="*/ 10423 h 10480"/>
                  <a:gd name="connsiteX15" fmla="*/ 4653 w 10000"/>
                  <a:gd name="connsiteY15" fmla="*/ 10459 h 10480"/>
                  <a:gd name="connsiteX16" fmla="*/ 4228 w 10000"/>
                  <a:gd name="connsiteY16" fmla="*/ 10480 h 10480"/>
                  <a:gd name="connsiteX17" fmla="*/ 3865 w 10000"/>
                  <a:gd name="connsiteY17" fmla="*/ 10473 h 10480"/>
                  <a:gd name="connsiteX18" fmla="*/ 3544 w 10000"/>
                  <a:gd name="connsiteY18" fmla="*/ 10444 h 10480"/>
                  <a:gd name="connsiteX19" fmla="*/ 3275 w 10000"/>
                  <a:gd name="connsiteY19" fmla="*/ 10401 h 10480"/>
                  <a:gd name="connsiteX20" fmla="*/ 3036 w 10000"/>
                  <a:gd name="connsiteY20" fmla="*/ 10337 h 10480"/>
                  <a:gd name="connsiteX21" fmla="*/ 2850 w 10000"/>
                  <a:gd name="connsiteY21" fmla="*/ 10273 h 10480"/>
                  <a:gd name="connsiteX22" fmla="*/ 2694 w 10000"/>
                  <a:gd name="connsiteY22" fmla="*/ 10201 h 10480"/>
                  <a:gd name="connsiteX23" fmla="*/ 2580 w 10000"/>
                  <a:gd name="connsiteY23" fmla="*/ 10122 h 10480"/>
                  <a:gd name="connsiteX24" fmla="*/ 2477 w 10000"/>
                  <a:gd name="connsiteY24" fmla="*/ 10044 h 10480"/>
                  <a:gd name="connsiteX25" fmla="*/ 2404 w 10000"/>
                  <a:gd name="connsiteY25" fmla="*/ 9972 h 10480"/>
                  <a:gd name="connsiteX26" fmla="*/ 2321 w 10000"/>
                  <a:gd name="connsiteY26" fmla="*/ 9851 h 10480"/>
                  <a:gd name="connsiteX27" fmla="*/ 2301 w 10000"/>
                  <a:gd name="connsiteY27" fmla="*/ 9808 h 10480"/>
                  <a:gd name="connsiteX28" fmla="*/ 2290 w 10000"/>
                  <a:gd name="connsiteY28" fmla="*/ 9772 h 10480"/>
                  <a:gd name="connsiteX29" fmla="*/ 2290 w 10000"/>
                  <a:gd name="connsiteY29" fmla="*/ 9758 h 10480"/>
                  <a:gd name="connsiteX30" fmla="*/ 2280 w 10000"/>
                  <a:gd name="connsiteY30" fmla="*/ 9736 h 10480"/>
                  <a:gd name="connsiteX31" fmla="*/ 2269 w 10000"/>
                  <a:gd name="connsiteY31" fmla="*/ 9650 h 10480"/>
                  <a:gd name="connsiteX32" fmla="*/ 2228 w 10000"/>
                  <a:gd name="connsiteY32" fmla="*/ 9529 h 10480"/>
                  <a:gd name="connsiteX33" fmla="*/ 2176 w 10000"/>
                  <a:gd name="connsiteY33" fmla="*/ 9357 h 10480"/>
                  <a:gd name="connsiteX34" fmla="*/ 2114 w 10000"/>
                  <a:gd name="connsiteY34" fmla="*/ 9157 h 10480"/>
                  <a:gd name="connsiteX35" fmla="*/ 2031 w 10000"/>
                  <a:gd name="connsiteY35" fmla="*/ 8906 h 10480"/>
                  <a:gd name="connsiteX36" fmla="*/ 1948 w 10000"/>
                  <a:gd name="connsiteY36" fmla="*/ 8635 h 10480"/>
                  <a:gd name="connsiteX37" fmla="*/ 1855 w 10000"/>
                  <a:gd name="connsiteY37" fmla="*/ 8327 h 10480"/>
                  <a:gd name="connsiteX38" fmla="*/ 1762 w 10000"/>
                  <a:gd name="connsiteY38" fmla="*/ 7998 h 10480"/>
                  <a:gd name="connsiteX39" fmla="*/ 1648 w 10000"/>
                  <a:gd name="connsiteY39" fmla="*/ 7655 h 10480"/>
                  <a:gd name="connsiteX40" fmla="*/ 1544 w 10000"/>
                  <a:gd name="connsiteY40" fmla="*/ 7290 h 10480"/>
                  <a:gd name="connsiteX41" fmla="*/ 1430 w 10000"/>
                  <a:gd name="connsiteY41" fmla="*/ 6918 h 10480"/>
                  <a:gd name="connsiteX42" fmla="*/ 1316 w 10000"/>
                  <a:gd name="connsiteY42" fmla="*/ 6532 h 10480"/>
                  <a:gd name="connsiteX43" fmla="*/ 1202 w 10000"/>
                  <a:gd name="connsiteY43" fmla="*/ 6145 h 10480"/>
                  <a:gd name="connsiteX44" fmla="*/ 1067 w 10000"/>
                  <a:gd name="connsiteY44" fmla="*/ 5752 h 10480"/>
                  <a:gd name="connsiteX45" fmla="*/ 953 w 10000"/>
                  <a:gd name="connsiteY45" fmla="*/ 5358 h 10480"/>
                  <a:gd name="connsiteX46" fmla="*/ 839 w 10000"/>
                  <a:gd name="connsiteY46" fmla="*/ 4979 h 10480"/>
                  <a:gd name="connsiteX47" fmla="*/ 725 w 10000"/>
                  <a:gd name="connsiteY47" fmla="*/ 4614 h 10480"/>
                  <a:gd name="connsiteX48" fmla="*/ 622 w 10000"/>
                  <a:gd name="connsiteY48" fmla="*/ 4257 h 10480"/>
                  <a:gd name="connsiteX49" fmla="*/ 518 w 10000"/>
                  <a:gd name="connsiteY49" fmla="*/ 3921 h 10480"/>
                  <a:gd name="connsiteX50" fmla="*/ 415 w 10000"/>
                  <a:gd name="connsiteY50" fmla="*/ 3613 h 10480"/>
                  <a:gd name="connsiteX51" fmla="*/ 321 w 10000"/>
                  <a:gd name="connsiteY51" fmla="*/ 3320 h 10480"/>
                  <a:gd name="connsiteX52" fmla="*/ 249 w 10000"/>
                  <a:gd name="connsiteY52" fmla="*/ 3062 h 10480"/>
                  <a:gd name="connsiteX53" fmla="*/ 187 w 10000"/>
                  <a:gd name="connsiteY53" fmla="*/ 2841 h 10480"/>
                  <a:gd name="connsiteX54" fmla="*/ 114 w 10000"/>
                  <a:gd name="connsiteY54" fmla="*/ 2647 h 10480"/>
                  <a:gd name="connsiteX55" fmla="*/ 83 w 10000"/>
                  <a:gd name="connsiteY55" fmla="*/ 2511 h 10480"/>
                  <a:gd name="connsiteX56" fmla="*/ 41 w 10000"/>
                  <a:gd name="connsiteY56" fmla="*/ 2411 h 10480"/>
                  <a:gd name="connsiteX57" fmla="*/ 0 w 10000"/>
                  <a:gd name="connsiteY57" fmla="*/ 2233 h 10480"/>
                  <a:gd name="connsiteX58" fmla="*/ 10 w 10000"/>
                  <a:gd name="connsiteY58" fmla="*/ 2082 h 10480"/>
                  <a:gd name="connsiteX59" fmla="*/ 62 w 10000"/>
                  <a:gd name="connsiteY59" fmla="*/ 1946 h 10480"/>
                  <a:gd name="connsiteX60" fmla="*/ 155 w 10000"/>
                  <a:gd name="connsiteY60" fmla="*/ 1825 h 10480"/>
                  <a:gd name="connsiteX61" fmla="*/ 269 w 10000"/>
                  <a:gd name="connsiteY61" fmla="*/ 1717 h 10480"/>
                  <a:gd name="connsiteX62" fmla="*/ 425 w 10000"/>
                  <a:gd name="connsiteY62" fmla="*/ 1632 h 10480"/>
                  <a:gd name="connsiteX63" fmla="*/ 756 w 10000"/>
                  <a:gd name="connsiteY63" fmla="*/ 1489 h 10480"/>
                  <a:gd name="connsiteX64" fmla="*/ 943 w 10000"/>
                  <a:gd name="connsiteY64" fmla="*/ 1431 h 10480"/>
                  <a:gd name="connsiteX65" fmla="*/ 1119 w 10000"/>
                  <a:gd name="connsiteY65" fmla="*/ 1388 h 10480"/>
                  <a:gd name="connsiteX66" fmla="*/ 1306 w 10000"/>
                  <a:gd name="connsiteY66" fmla="*/ 1353 h 10480"/>
                  <a:gd name="connsiteX67" fmla="*/ 1430 w 10000"/>
                  <a:gd name="connsiteY67" fmla="*/ 1324 h 10480"/>
                  <a:gd name="connsiteX68" fmla="*/ 1606 w 10000"/>
                  <a:gd name="connsiteY68" fmla="*/ 1303 h 10480"/>
                  <a:gd name="connsiteX69" fmla="*/ 1855 w 10000"/>
                  <a:gd name="connsiteY69" fmla="*/ 1253 h 10480"/>
                  <a:gd name="connsiteX70" fmla="*/ 2135 w 10000"/>
                  <a:gd name="connsiteY70" fmla="*/ 1210 h 10480"/>
                  <a:gd name="connsiteX71" fmla="*/ 2456 w 10000"/>
                  <a:gd name="connsiteY71" fmla="*/ 1167 h 10480"/>
                  <a:gd name="connsiteX72" fmla="*/ 2819 w 10000"/>
                  <a:gd name="connsiteY72" fmla="*/ 1117 h 10480"/>
                  <a:gd name="connsiteX73" fmla="*/ 3596 w 10000"/>
                  <a:gd name="connsiteY73" fmla="*/ 988 h 10480"/>
                  <a:gd name="connsiteX74" fmla="*/ 4000 w 10000"/>
                  <a:gd name="connsiteY74" fmla="*/ 938 h 10480"/>
                  <a:gd name="connsiteX75" fmla="*/ 4829 w 10000"/>
                  <a:gd name="connsiteY75" fmla="*/ 809 h 10480"/>
                  <a:gd name="connsiteX76" fmla="*/ 5212 w 10000"/>
                  <a:gd name="connsiteY76" fmla="*/ 752 h 10480"/>
                  <a:gd name="connsiteX77" fmla="*/ 5585 w 10000"/>
                  <a:gd name="connsiteY77" fmla="*/ 695 h 10480"/>
                  <a:gd name="connsiteX78" fmla="*/ 5938 w 10000"/>
                  <a:gd name="connsiteY78" fmla="*/ 652 h 10480"/>
                  <a:gd name="connsiteX79" fmla="*/ 6259 w 10000"/>
                  <a:gd name="connsiteY79" fmla="*/ 594 h 10480"/>
                  <a:gd name="connsiteX80" fmla="*/ 6528 w 10000"/>
                  <a:gd name="connsiteY80" fmla="*/ 559 h 10480"/>
                  <a:gd name="connsiteX81" fmla="*/ 6756 w 10000"/>
                  <a:gd name="connsiteY81" fmla="*/ 530 h 10480"/>
                  <a:gd name="connsiteX82" fmla="*/ 6922 w 10000"/>
                  <a:gd name="connsiteY82" fmla="*/ 501 h 10480"/>
                  <a:gd name="connsiteX83" fmla="*/ 7026 w 10000"/>
                  <a:gd name="connsiteY83" fmla="*/ 494 h 10480"/>
                  <a:gd name="connsiteX84" fmla="*/ 9850 w 10000"/>
                  <a:gd name="connsiteY84" fmla="*/ 0 h 10480"/>
                  <a:gd name="connsiteX0" fmla="*/ 9850 w 10000"/>
                  <a:gd name="connsiteY0" fmla="*/ 0 h 10423"/>
                  <a:gd name="connsiteX1" fmla="*/ 10000 w 10000"/>
                  <a:gd name="connsiteY1" fmla="*/ 9679 h 10423"/>
                  <a:gd name="connsiteX2" fmla="*/ 9959 w 10000"/>
                  <a:gd name="connsiteY2" fmla="*/ 9686 h 10423"/>
                  <a:gd name="connsiteX3" fmla="*/ 9845 w 10000"/>
                  <a:gd name="connsiteY3" fmla="*/ 9701 h 10423"/>
                  <a:gd name="connsiteX4" fmla="*/ 9679 w 10000"/>
                  <a:gd name="connsiteY4" fmla="*/ 9736 h 10423"/>
                  <a:gd name="connsiteX5" fmla="*/ 9430 w 10000"/>
                  <a:gd name="connsiteY5" fmla="*/ 9772 h 10423"/>
                  <a:gd name="connsiteX6" fmla="*/ 9130 w 10000"/>
                  <a:gd name="connsiteY6" fmla="*/ 9829 h 10423"/>
                  <a:gd name="connsiteX7" fmla="*/ 8777 w 10000"/>
                  <a:gd name="connsiteY7" fmla="*/ 9879 h 10423"/>
                  <a:gd name="connsiteX8" fmla="*/ 8363 w 10000"/>
                  <a:gd name="connsiteY8" fmla="*/ 9951 h 10423"/>
                  <a:gd name="connsiteX9" fmla="*/ 7917 w 10000"/>
                  <a:gd name="connsiteY9" fmla="*/ 10015 h 10423"/>
                  <a:gd name="connsiteX10" fmla="*/ 7420 w 10000"/>
                  <a:gd name="connsiteY10" fmla="*/ 10087 h 10423"/>
                  <a:gd name="connsiteX11" fmla="*/ 6891 w 10000"/>
                  <a:gd name="connsiteY11" fmla="*/ 10158 h 10423"/>
                  <a:gd name="connsiteX12" fmla="*/ 6332 w 10000"/>
                  <a:gd name="connsiteY12" fmla="*/ 10230 h 10423"/>
                  <a:gd name="connsiteX13" fmla="*/ 5741 w 10000"/>
                  <a:gd name="connsiteY13" fmla="*/ 10301 h 10423"/>
                  <a:gd name="connsiteX14" fmla="*/ 5119 w 10000"/>
                  <a:gd name="connsiteY14" fmla="*/ 10366 h 10423"/>
                  <a:gd name="connsiteX15" fmla="*/ 4653 w 10000"/>
                  <a:gd name="connsiteY15" fmla="*/ 10402 h 10423"/>
                  <a:gd name="connsiteX16" fmla="*/ 4228 w 10000"/>
                  <a:gd name="connsiteY16" fmla="*/ 10423 h 10423"/>
                  <a:gd name="connsiteX17" fmla="*/ 3865 w 10000"/>
                  <a:gd name="connsiteY17" fmla="*/ 10416 h 10423"/>
                  <a:gd name="connsiteX18" fmla="*/ 3544 w 10000"/>
                  <a:gd name="connsiteY18" fmla="*/ 10387 h 10423"/>
                  <a:gd name="connsiteX19" fmla="*/ 3275 w 10000"/>
                  <a:gd name="connsiteY19" fmla="*/ 10344 h 10423"/>
                  <a:gd name="connsiteX20" fmla="*/ 3036 w 10000"/>
                  <a:gd name="connsiteY20" fmla="*/ 10280 h 10423"/>
                  <a:gd name="connsiteX21" fmla="*/ 2850 w 10000"/>
                  <a:gd name="connsiteY21" fmla="*/ 10216 h 10423"/>
                  <a:gd name="connsiteX22" fmla="*/ 2694 w 10000"/>
                  <a:gd name="connsiteY22" fmla="*/ 10144 h 10423"/>
                  <a:gd name="connsiteX23" fmla="*/ 2580 w 10000"/>
                  <a:gd name="connsiteY23" fmla="*/ 10065 h 10423"/>
                  <a:gd name="connsiteX24" fmla="*/ 2477 w 10000"/>
                  <a:gd name="connsiteY24" fmla="*/ 9987 h 10423"/>
                  <a:gd name="connsiteX25" fmla="*/ 2404 w 10000"/>
                  <a:gd name="connsiteY25" fmla="*/ 9915 h 10423"/>
                  <a:gd name="connsiteX26" fmla="*/ 2321 w 10000"/>
                  <a:gd name="connsiteY26" fmla="*/ 9794 h 10423"/>
                  <a:gd name="connsiteX27" fmla="*/ 2301 w 10000"/>
                  <a:gd name="connsiteY27" fmla="*/ 9751 h 10423"/>
                  <a:gd name="connsiteX28" fmla="*/ 2290 w 10000"/>
                  <a:gd name="connsiteY28" fmla="*/ 9715 h 10423"/>
                  <a:gd name="connsiteX29" fmla="*/ 2290 w 10000"/>
                  <a:gd name="connsiteY29" fmla="*/ 9701 h 10423"/>
                  <a:gd name="connsiteX30" fmla="*/ 2280 w 10000"/>
                  <a:gd name="connsiteY30" fmla="*/ 9679 h 10423"/>
                  <a:gd name="connsiteX31" fmla="*/ 2269 w 10000"/>
                  <a:gd name="connsiteY31" fmla="*/ 9593 h 10423"/>
                  <a:gd name="connsiteX32" fmla="*/ 2228 w 10000"/>
                  <a:gd name="connsiteY32" fmla="*/ 9472 h 10423"/>
                  <a:gd name="connsiteX33" fmla="*/ 2176 w 10000"/>
                  <a:gd name="connsiteY33" fmla="*/ 9300 h 10423"/>
                  <a:gd name="connsiteX34" fmla="*/ 2114 w 10000"/>
                  <a:gd name="connsiteY34" fmla="*/ 9100 h 10423"/>
                  <a:gd name="connsiteX35" fmla="*/ 2031 w 10000"/>
                  <a:gd name="connsiteY35" fmla="*/ 8849 h 10423"/>
                  <a:gd name="connsiteX36" fmla="*/ 1948 w 10000"/>
                  <a:gd name="connsiteY36" fmla="*/ 8578 h 10423"/>
                  <a:gd name="connsiteX37" fmla="*/ 1855 w 10000"/>
                  <a:gd name="connsiteY37" fmla="*/ 8270 h 10423"/>
                  <a:gd name="connsiteX38" fmla="*/ 1762 w 10000"/>
                  <a:gd name="connsiteY38" fmla="*/ 7941 h 10423"/>
                  <a:gd name="connsiteX39" fmla="*/ 1648 w 10000"/>
                  <a:gd name="connsiteY39" fmla="*/ 7598 h 10423"/>
                  <a:gd name="connsiteX40" fmla="*/ 1544 w 10000"/>
                  <a:gd name="connsiteY40" fmla="*/ 7233 h 10423"/>
                  <a:gd name="connsiteX41" fmla="*/ 1430 w 10000"/>
                  <a:gd name="connsiteY41" fmla="*/ 6861 h 10423"/>
                  <a:gd name="connsiteX42" fmla="*/ 1316 w 10000"/>
                  <a:gd name="connsiteY42" fmla="*/ 6475 h 10423"/>
                  <a:gd name="connsiteX43" fmla="*/ 1202 w 10000"/>
                  <a:gd name="connsiteY43" fmla="*/ 6088 h 10423"/>
                  <a:gd name="connsiteX44" fmla="*/ 1067 w 10000"/>
                  <a:gd name="connsiteY44" fmla="*/ 5695 h 10423"/>
                  <a:gd name="connsiteX45" fmla="*/ 953 w 10000"/>
                  <a:gd name="connsiteY45" fmla="*/ 5301 h 10423"/>
                  <a:gd name="connsiteX46" fmla="*/ 839 w 10000"/>
                  <a:gd name="connsiteY46" fmla="*/ 4922 h 10423"/>
                  <a:gd name="connsiteX47" fmla="*/ 725 w 10000"/>
                  <a:gd name="connsiteY47" fmla="*/ 4557 h 10423"/>
                  <a:gd name="connsiteX48" fmla="*/ 622 w 10000"/>
                  <a:gd name="connsiteY48" fmla="*/ 4200 h 10423"/>
                  <a:gd name="connsiteX49" fmla="*/ 518 w 10000"/>
                  <a:gd name="connsiteY49" fmla="*/ 3864 h 10423"/>
                  <a:gd name="connsiteX50" fmla="*/ 415 w 10000"/>
                  <a:gd name="connsiteY50" fmla="*/ 3556 h 10423"/>
                  <a:gd name="connsiteX51" fmla="*/ 321 w 10000"/>
                  <a:gd name="connsiteY51" fmla="*/ 3263 h 10423"/>
                  <a:gd name="connsiteX52" fmla="*/ 249 w 10000"/>
                  <a:gd name="connsiteY52" fmla="*/ 3005 h 10423"/>
                  <a:gd name="connsiteX53" fmla="*/ 187 w 10000"/>
                  <a:gd name="connsiteY53" fmla="*/ 2784 h 10423"/>
                  <a:gd name="connsiteX54" fmla="*/ 114 w 10000"/>
                  <a:gd name="connsiteY54" fmla="*/ 2590 h 10423"/>
                  <a:gd name="connsiteX55" fmla="*/ 83 w 10000"/>
                  <a:gd name="connsiteY55" fmla="*/ 2454 h 10423"/>
                  <a:gd name="connsiteX56" fmla="*/ 41 w 10000"/>
                  <a:gd name="connsiteY56" fmla="*/ 2354 h 10423"/>
                  <a:gd name="connsiteX57" fmla="*/ 0 w 10000"/>
                  <a:gd name="connsiteY57" fmla="*/ 2176 h 10423"/>
                  <a:gd name="connsiteX58" fmla="*/ 10 w 10000"/>
                  <a:gd name="connsiteY58" fmla="*/ 2025 h 10423"/>
                  <a:gd name="connsiteX59" fmla="*/ 62 w 10000"/>
                  <a:gd name="connsiteY59" fmla="*/ 1889 h 10423"/>
                  <a:gd name="connsiteX60" fmla="*/ 155 w 10000"/>
                  <a:gd name="connsiteY60" fmla="*/ 1768 h 10423"/>
                  <a:gd name="connsiteX61" fmla="*/ 269 w 10000"/>
                  <a:gd name="connsiteY61" fmla="*/ 1660 h 10423"/>
                  <a:gd name="connsiteX62" fmla="*/ 425 w 10000"/>
                  <a:gd name="connsiteY62" fmla="*/ 1575 h 10423"/>
                  <a:gd name="connsiteX63" fmla="*/ 756 w 10000"/>
                  <a:gd name="connsiteY63" fmla="*/ 1432 h 10423"/>
                  <a:gd name="connsiteX64" fmla="*/ 943 w 10000"/>
                  <a:gd name="connsiteY64" fmla="*/ 1374 h 10423"/>
                  <a:gd name="connsiteX65" fmla="*/ 1119 w 10000"/>
                  <a:gd name="connsiteY65" fmla="*/ 1331 h 10423"/>
                  <a:gd name="connsiteX66" fmla="*/ 1306 w 10000"/>
                  <a:gd name="connsiteY66" fmla="*/ 1296 h 10423"/>
                  <a:gd name="connsiteX67" fmla="*/ 1430 w 10000"/>
                  <a:gd name="connsiteY67" fmla="*/ 1267 h 10423"/>
                  <a:gd name="connsiteX68" fmla="*/ 1606 w 10000"/>
                  <a:gd name="connsiteY68" fmla="*/ 1246 h 10423"/>
                  <a:gd name="connsiteX69" fmla="*/ 1855 w 10000"/>
                  <a:gd name="connsiteY69" fmla="*/ 1196 h 10423"/>
                  <a:gd name="connsiteX70" fmla="*/ 2135 w 10000"/>
                  <a:gd name="connsiteY70" fmla="*/ 1153 h 10423"/>
                  <a:gd name="connsiteX71" fmla="*/ 2456 w 10000"/>
                  <a:gd name="connsiteY71" fmla="*/ 1110 h 10423"/>
                  <a:gd name="connsiteX72" fmla="*/ 2819 w 10000"/>
                  <a:gd name="connsiteY72" fmla="*/ 1060 h 10423"/>
                  <a:gd name="connsiteX73" fmla="*/ 3596 w 10000"/>
                  <a:gd name="connsiteY73" fmla="*/ 931 h 10423"/>
                  <a:gd name="connsiteX74" fmla="*/ 4000 w 10000"/>
                  <a:gd name="connsiteY74" fmla="*/ 881 h 10423"/>
                  <a:gd name="connsiteX75" fmla="*/ 4829 w 10000"/>
                  <a:gd name="connsiteY75" fmla="*/ 752 h 10423"/>
                  <a:gd name="connsiteX76" fmla="*/ 5212 w 10000"/>
                  <a:gd name="connsiteY76" fmla="*/ 695 h 10423"/>
                  <a:gd name="connsiteX77" fmla="*/ 5585 w 10000"/>
                  <a:gd name="connsiteY77" fmla="*/ 638 h 10423"/>
                  <a:gd name="connsiteX78" fmla="*/ 5938 w 10000"/>
                  <a:gd name="connsiteY78" fmla="*/ 595 h 10423"/>
                  <a:gd name="connsiteX79" fmla="*/ 6259 w 10000"/>
                  <a:gd name="connsiteY79" fmla="*/ 537 h 10423"/>
                  <a:gd name="connsiteX80" fmla="*/ 6528 w 10000"/>
                  <a:gd name="connsiteY80" fmla="*/ 502 h 10423"/>
                  <a:gd name="connsiteX81" fmla="*/ 6756 w 10000"/>
                  <a:gd name="connsiteY81" fmla="*/ 473 h 10423"/>
                  <a:gd name="connsiteX82" fmla="*/ 6922 w 10000"/>
                  <a:gd name="connsiteY82" fmla="*/ 444 h 10423"/>
                  <a:gd name="connsiteX83" fmla="*/ 7026 w 10000"/>
                  <a:gd name="connsiteY83" fmla="*/ 437 h 10423"/>
                  <a:gd name="connsiteX84" fmla="*/ 9850 w 10000"/>
                  <a:gd name="connsiteY84" fmla="*/ 0 h 10423"/>
                  <a:gd name="connsiteX0" fmla="*/ 26193 w 26193"/>
                  <a:gd name="connsiteY0" fmla="*/ 0 h 12804"/>
                  <a:gd name="connsiteX1" fmla="*/ 10000 w 26193"/>
                  <a:gd name="connsiteY1" fmla="*/ 12060 h 12804"/>
                  <a:gd name="connsiteX2" fmla="*/ 9959 w 26193"/>
                  <a:gd name="connsiteY2" fmla="*/ 12067 h 12804"/>
                  <a:gd name="connsiteX3" fmla="*/ 9845 w 26193"/>
                  <a:gd name="connsiteY3" fmla="*/ 12082 h 12804"/>
                  <a:gd name="connsiteX4" fmla="*/ 9679 w 26193"/>
                  <a:gd name="connsiteY4" fmla="*/ 12117 h 12804"/>
                  <a:gd name="connsiteX5" fmla="*/ 9430 w 26193"/>
                  <a:gd name="connsiteY5" fmla="*/ 12153 h 12804"/>
                  <a:gd name="connsiteX6" fmla="*/ 9130 w 26193"/>
                  <a:gd name="connsiteY6" fmla="*/ 12210 h 12804"/>
                  <a:gd name="connsiteX7" fmla="*/ 8777 w 26193"/>
                  <a:gd name="connsiteY7" fmla="*/ 12260 h 12804"/>
                  <a:gd name="connsiteX8" fmla="*/ 8363 w 26193"/>
                  <a:gd name="connsiteY8" fmla="*/ 12332 h 12804"/>
                  <a:gd name="connsiteX9" fmla="*/ 7917 w 26193"/>
                  <a:gd name="connsiteY9" fmla="*/ 12396 h 12804"/>
                  <a:gd name="connsiteX10" fmla="*/ 7420 w 26193"/>
                  <a:gd name="connsiteY10" fmla="*/ 12468 h 12804"/>
                  <a:gd name="connsiteX11" fmla="*/ 6891 w 26193"/>
                  <a:gd name="connsiteY11" fmla="*/ 12539 h 12804"/>
                  <a:gd name="connsiteX12" fmla="*/ 6332 w 26193"/>
                  <a:gd name="connsiteY12" fmla="*/ 12611 h 12804"/>
                  <a:gd name="connsiteX13" fmla="*/ 5741 w 26193"/>
                  <a:gd name="connsiteY13" fmla="*/ 12682 h 12804"/>
                  <a:gd name="connsiteX14" fmla="*/ 5119 w 26193"/>
                  <a:gd name="connsiteY14" fmla="*/ 12747 h 12804"/>
                  <a:gd name="connsiteX15" fmla="*/ 4653 w 26193"/>
                  <a:gd name="connsiteY15" fmla="*/ 12783 h 12804"/>
                  <a:gd name="connsiteX16" fmla="*/ 4228 w 26193"/>
                  <a:gd name="connsiteY16" fmla="*/ 12804 h 12804"/>
                  <a:gd name="connsiteX17" fmla="*/ 3865 w 26193"/>
                  <a:gd name="connsiteY17" fmla="*/ 12797 h 12804"/>
                  <a:gd name="connsiteX18" fmla="*/ 3544 w 26193"/>
                  <a:gd name="connsiteY18" fmla="*/ 12768 h 12804"/>
                  <a:gd name="connsiteX19" fmla="*/ 3275 w 26193"/>
                  <a:gd name="connsiteY19" fmla="*/ 12725 h 12804"/>
                  <a:gd name="connsiteX20" fmla="*/ 3036 w 26193"/>
                  <a:gd name="connsiteY20" fmla="*/ 12661 h 12804"/>
                  <a:gd name="connsiteX21" fmla="*/ 2850 w 26193"/>
                  <a:gd name="connsiteY21" fmla="*/ 12597 h 12804"/>
                  <a:gd name="connsiteX22" fmla="*/ 2694 w 26193"/>
                  <a:gd name="connsiteY22" fmla="*/ 12525 h 12804"/>
                  <a:gd name="connsiteX23" fmla="*/ 2580 w 26193"/>
                  <a:gd name="connsiteY23" fmla="*/ 12446 h 12804"/>
                  <a:gd name="connsiteX24" fmla="*/ 2477 w 26193"/>
                  <a:gd name="connsiteY24" fmla="*/ 12368 h 12804"/>
                  <a:gd name="connsiteX25" fmla="*/ 2404 w 26193"/>
                  <a:gd name="connsiteY25" fmla="*/ 12296 h 12804"/>
                  <a:gd name="connsiteX26" fmla="*/ 2321 w 26193"/>
                  <a:gd name="connsiteY26" fmla="*/ 12175 h 12804"/>
                  <a:gd name="connsiteX27" fmla="*/ 2301 w 26193"/>
                  <a:gd name="connsiteY27" fmla="*/ 12132 h 12804"/>
                  <a:gd name="connsiteX28" fmla="*/ 2290 w 26193"/>
                  <a:gd name="connsiteY28" fmla="*/ 12096 h 12804"/>
                  <a:gd name="connsiteX29" fmla="*/ 2290 w 26193"/>
                  <a:gd name="connsiteY29" fmla="*/ 12082 h 12804"/>
                  <a:gd name="connsiteX30" fmla="*/ 2280 w 26193"/>
                  <a:gd name="connsiteY30" fmla="*/ 12060 h 12804"/>
                  <a:gd name="connsiteX31" fmla="*/ 2269 w 26193"/>
                  <a:gd name="connsiteY31" fmla="*/ 11974 h 12804"/>
                  <a:gd name="connsiteX32" fmla="*/ 2228 w 26193"/>
                  <a:gd name="connsiteY32" fmla="*/ 11853 h 12804"/>
                  <a:gd name="connsiteX33" fmla="*/ 2176 w 26193"/>
                  <a:gd name="connsiteY33" fmla="*/ 11681 h 12804"/>
                  <a:gd name="connsiteX34" fmla="*/ 2114 w 26193"/>
                  <a:gd name="connsiteY34" fmla="*/ 11481 h 12804"/>
                  <a:gd name="connsiteX35" fmla="*/ 2031 w 26193"/>
                  <a:gd name="connsiteY35" fmla="*/ 11230 h 12804"/>
                  <a:gd name="connsiteX36" fmla="*/ 1948 w 26193"/>
                  <a:gd name="connsiteY36" fmla="*/ 10959 h 12804"/>
                  <a:gd name="connsiteX37" fmla="*/ 1855 w 26193"/>
                  <a:gd name="connsiteY37" fmla="*/ 10651 h 12804"/>
                  <a:gd name="connsiteX38" fmla="*/ 1762 w 26193"/>
                  <a:gd name="connsiteY38" fmla="*/ 10322 h 12804"/>
                  <a:gd name="connsiteX39" fmla="*/ 1648 w 26193"/>
                  <a:gd name="connsiteY39" fmla="*/ 9979 h 12804"/>
                  <a:gd name="connsiteX40" fmla="*/ 1544 w 26193"/>
                  <a:gd name="connsiteY40" fmla="*/ 9614 h 12804"/>
                  <a:gd name="connsiteX41" fmla="*/ 1430 w 26193"/>
                  <a:gd name="connsiteY41" fmla="*/ 9242 h 12804"/>
                  <a:gd name="connsiteX42" fmla="*/ 1316 w 26193"/>
                  <a:gd name="connsiteY42" fmla="*/ 8856 h 12804"/>
                  <a:gd name="connsiteX43" fmla="*/ 1202 w 26193"/>
                  <a:gd name="connsiteY43" fmla="*/ 8469 h 12804"/>
                  <a:gd name="connsiteX44" fmla="*/ 1067 w 26193"/>
                  <a:gd name="connsiteY44" fmla="*/ 8076 h 12804"/>
                  <a:gd name="connsiteX45" fmla="*/ 953 w 26193"/>
                  <a:gd name="connsiteY45" fmla="*/ 7682 h 12804"/>
                  <a:gd name="connsiteX46" fmla="*/ 839 w 26193"/>
                  <a:gd name="connsiteY46" fmla="*/ 7303 h 12804"/>
                  <a:gd name="connsiteX47" fmla="*/ 725 w 26193"/>
                  <a:gd name="connsiteY47" fmla="*/ 6938 h 12804"/>
                  <a:gd name="connsiteX48" fmla="*/ 622 w 26193"/>
                  <a:gd name="connsiteY48" fmla="*/ 6581 h 12804"/>
                  <a:gd name="connsiteX49" fmla="*/ 518 w 26193"/>
                  <a:gd name="connsiteY49" fmla="*/ 6245 h 12804"/>
                  <a:gd name="connsiteX50" fmla="*/ 415 w 26193"/>
                  <a:gd name="connsiteY50" fmla="*/ 5937 h 12804"/>
                  <a:gd name="connsiteX51" fmla="*/ 321 w 26193"/>
                  <a:gd name="connsiteY51" fmla="*/ 5644 h 12804"/>
                  <a:gd name="connsiteX52" fmla="*/ 249 w 26193"/>
                  <a:gd name="connsiteY52" fmla="*/ 5386 h 12804"/>
                  <a:gd name="connsiteX53" fmla="*/ 187 w 26193"/>
                  <a:gd name="connsiteY53" fmla="*/ 5165 h 12804"/>
                  <a:gd name="connsiteX54" fmla="*/ 114 w 26193"/>
                  <a:gd name="connsiteY54" fmla="*/ 4971 h 12804"/>
                  <a:gd name="connsiteX55" fmla="*/ 83 w 26193"/>
                  <a:gd name="connsiteY55" fmla="*/ 4835 h 12804"/>
                  <a:gd name="connsiteX56" fmla="*/ 41 w 26193"/>
                  <a:gd name="connsiteY56" fmla="*/ 4735 h 12804"/>
                  <a:gd name="connsiteX57" fmla="*/ 0 w 26193"/>
                  <a:gd name="connsiteY57" fmla="*/ 4557 h 12804"/>
                  <a:gd name="connsiteX58" fmla="*/ 10 w 26193"/>
                  <a:gd name="connsiteY58" fmla="*/ 4406 h 12804"/>
                  <a:gd name="connsiteX59" fmla="*/ 62 w 26193"/>
                  <a:gd name="connsiteY59" fmla="*/ 4270 h 12804"/>
                  <a:gd name="connsiteX60" fmla="*/ 155 w 26193"/>
                  <a:gd name="connsiteY60" fmla="*/ 4149 h 12804"/>
                  <a:gd name="connsiteX61" fmla="*/ 269 w 26193"/>
                  <a:gd name="connsiteY61" fmla="*/ 4041 h 12804"/>
                  <a:gd name="connsiteX62" fmla="*/ 425 w 26193"/>
                  <a:gd name="connsiteY62" fmla="*/ 3956 h 12804"/>
                  <a:gd name="connsiteX63" fmla="*/ 756 w 26193"/>
                  <a:gd name="connsiteY63" fmla="*/ 3813 h 12804"/>
                  <a:gd name="connsiteX64" fmla="*/ 943 w 26193"/>
                  <a:gd name="connsiteY64" fmla="*/ 3755 h 12804"/>
                  <a:gd name="connsiteX65" fmla="*/ 1119 w 26193"/>
                  <a:gd name="connsiteY65" fmla="*/ 3712 h 12804"/>
                  <a:gd name="connsiteX66" fmla="*/ 1306 w 26193"/>
                  <a:gd name="connsiteY66" fmla="*/ 3677 h 12804"/>
                  <a:gd name="connsiteX67" fmla="*/ 1430 w 26193"/>
                  <a:gd name="connsiteY67" fmla="*/ 3648 h 12804"/>
                  <a:gd name="connsiteX68" fmla="*/ 1606 w 26193"/>
                  <a:gd name="connsiteY68" fmla="*/ 3627 h 12804"/>
                  <a:gd name="connsiteX69" fmla="*/ 1855 w 26193"/>
                  <a:gd name="connsiteY69" fmla="*/ 3577 h 12804"/>
                  <a:gd name="connsiteX70" fmla="*/ 2135 w 26193"/>
                  <a:gd name="connsiteY70" fmla="*/ 3534 h 12804"/>
                  <a:gd name="connsiteX71" fmla="*/ 2456 w 26193"/>
                  <a:gd name="connsiteY71" fmla="*/ 3491 h 12804"/>
                  <a:gd name="connsiteX72" fmla="*/ 2819 w 26193"/>
                  <a:gd name="connsiteY72" fmla="*/ 3441 h 12804"/>
                  <a:gd name="connsiteX73" fmla="*/ 3596 w 26193"/>
                  <a:gd name="connsiteY73" fmla="*/ 3312 h 12804"/>
                  <a:gd name="connsiteX74" fmla="*/ 4000 w 26193"/>
                  <a:gd name="connsiteY74" fmla="*/ 3262 h 12804"/>
                  <a:gd name="connsiteX75" fmla="*/ 4829 w 26193"/>
                  <a:gd name="connsiteY75" fmla="*/ 3133 h 12804"/>
                  <a:gd name="connsiteX76" fmla="*/ 5212 w 26193"/>
                  <a:gd name="connsiteY76" fmla="*/ 3076 h 12804"/>
                  <a:gd name="connsiteX77" fmla="*/ 5585 w 26193"/>
                  <a:gd name="connsiteY77" fmla="*/ 3019 h 12804"/>
                  <a:gd name="connsiteX78" fmla="*/ 5938 w 26193"/>
                  <a:gd name="connsiteY78" fmla="*/ 2976 h 12804"/>
                  <a:gd name="connsiteX79" fmla="*/ 6259 w 26193"/>
                  <a:gd name="connsiteY79" fmla="*/ 2918 h 12804"/>
                  <a:gd name="connsiteX80" fmla="*/ 6528 w 26193"/>
                  <a:gd name="connsiteY80" fmla="*/ 2883 h 12804"/>
                  <a:gd name="connsiteX81" fmla="*/ 6756 w 26193"/>
                  <a:gd name="connsiteY81" fmla="*/ 2854 h 12804"/>
                  <a:gd name="connsiteX82" fmla="*/ 6922 w 26193"/>
                  <a:gd name="connsiteY82" fmla="*/ 2825 h 12804"/>
                  <a:gd name="connsiteX83" fmla="*/ 7026 w 26193"/>
                  <a:gd name="connsiteY83" fmla="*/ 2818 h 12804"/>
                  <a:gd name="connsiteX84" fmla="*/ 26193 w 26193"/>
                  <a:gd name="connsiteY84" fmla="*/ 0 h 12804"/>
                  <a:gd name="connsiteX0" fmla="*/ 26193 w 26193"/>
                  <a:gd name="connsiteY0" fmla="*/ 0 h 12804"/>
                  <a:gd name="connsiteX1" fmla="*/ 10000 w 26193"/>
                  <a:gd name="connsiteY1" fmla="*/ 12060 h 12804"/>
                  <a:gd name="connsiteX2" fmla="*/ 9959 w 26193"/>
                  <a:gd name="connsiteY2" fmla="*/ 12067 h 12804"/>
                  <a:gd name="connsiteX3" fmla="*/ 9845 w 26193"/>
                  <a:gd name="connsiteY3" fmla="*/ 12082 h 12804"/>
                  <a:gd name="connsiteX4" fmla="*/ 9679 w 26193"/>
                  <a:gd name="connsiteY4" fmla="*/ 12117 h 12804"/>
                  <a:gd name="connsiteX5" fmla="*/ 9430 w 26193"/>
                  <a:gd name="connsiteY5" fmla="*/ 12153 h 12804"/>
                  <a:gd name="connsiteX6" fmla="*/ 9130 w 26193"/>
                  <a:gd name="connsiteY6" fmla="*/ 12210 h 12804"/>
                  <a:gd name="connsiteX7" fmla="*/ 8777 w 26193"/>
                  <a:gd name="connsiteY7" fmla="*/ 12260 h 12804"/>
                  <a:gd name="connsiteX8" fmla="*/ 8363 w 26193"/>
                  <a:gd name="connsiteY8" fmla="*/ 12332 h 12804"/>
                  <a:gd name="connsiteX9" fmla="*/ 7917 w 26193"/>
                  <a:gd name="connsiteY9" fmla="*/ 12396 h 12804"/>
                  <a:gd name="connsiteX10" fmla="*/ 7420 w 26193"/>
                  <a:gd name="connsiteY10" fmla="*/ 12468 h 12804"/>
                  <a:gd name="connsiteX11" fmla="*/ 6891 w 26193"/>
                  <a:gd name="connsiteY11" fmla="*/ 12539 h 12804"/>
                  <a:gd name="connsiteX12" fmla="*/ 6332 w 26193"/>
                  <a:gd name="connsiteY12" fmla="*/ 12611 h 12804"/>
                  <a:gd name="connsiteX13" fmla="*/ 5741 w 26193"/>
                  <a:gd name="connsiteY13" fmla="*/ 12682 h 12804"/>
                  <a:gd name="connsiteX14" fmla="*/ 5119 w 26193"/>
                  <a:gd name="connsiteY14" fmla="*/ 12747 h 12804"/>
                  <a:gd name="connsiteX15" fmla="*/ 4653 w 26193"/>
                  <a:gd name="connsiteY15" fmla="*/ 12783 h 12804"/>
                  <a:gd name="connsiteX16" fmla="*/ 4228 w 26193"/>
                  <a:gd name="connsiteY16" fmla="*/ 12804 h 12804"/>
                  <a:gd name="connsiteX17" fmla="*/ 3865 w 26193"/>
                  <a:gd name="connsiteY17" fmla="*/ 12797 h 12804"/>
                  <a:gd name="connsiteX18" fmla="*/ 3544 w 26193"/>
                  <a:gd name="connsiteY18" fmla="*/ 12768 h 12804"/>
                  <a:gd name="connsiteX19" fmla="*/ 3275 w 26193"/>
                  <a:gd name="connsiteY19" fmla="*/ 12725 h 12804"/>
                  <a:gd name="connsiteX20" fmla="*/ 3036 w 26193"/>
                  <a:gd name="connsiteY20" fmla="*/ 12661 h 12804"/>
                  <a:gd name="connsiteX21" fmla="*/ 2850 w 26193"/>
                  <a:gd name="connsiteY21" fmla="*/ 12597 h 12804"/>
                  <a:gd name="connsiteX22" fmla="*/ 2694 w 26193"/>
                  <a:gd name="connsiteY22" fmla="*/ 12525 h 12804"/>
                  <a:gd name="connsiteX23" fmla="*/ 2580 w 26193"/>
                  <a:gd name="connsiteY23" fmla="*/ 12446 h 12804"/>
                  <a:gd name="connsiteX24" fmla="*/ 2477 w 26193"/>
                  <a:gd name="connsiteY24" fmla="*/ 12368 h 12804"/>
                  <a:gd name="connsiteX25" fmla="*/ 2404 w 26193"/>
                  <a:gd name="connsiteY25" fmla="*/ 12296 h 12804"/>
                  <a:gd name="connsiteX26" fmla="*/ 2321 w 26193"/>
                  <a:gd name="connsiteY26" fmla="*/ 12175 h 12804"/>
                  <a:gd name="connsiteX27" fmla="*/ 2301 w 26193"/>
                  <a:gd name="connsiteY27" fmla="*/ 12132 h 12804"/>
                  <a:gd name="connsiteX28" fmla="*/ 2290 w 26193"/>
                  <a:gd name="connsiteY28" fmla="*/ 12096 h 12804"/>
                  <a:gd name="connsiteX29" fmla="*/ 2290 w 26193"/>
                  <a:gd name="connsiteY29" fmla="*/ 12082 h 12804"/>
                  <a:gd name="connsiteX30" fmla="*/ 2280 w 26193"/>
                  <a:gd name="connsiteY30" fmla="*/ 12060 h 12804"/>
                  <a:gd name="connsiteX31" fmla="*/ 2269 w 26193"/>
                  <a:gd name="connsiteY31" fmla="*/ 11974 h 12804"/>
                  <a:gd name="connsiteX32" fmla="*/ 2228 w 26193"/>
                  <a:gd name="connsiteY32" fmla="*/ 11853 h 12804"/>
                  <a:gd name="connsiteX33" fmla="*/ 2176 w 26193"/>
                  <a:gd name="connsiteY33" fmla="*/ 11681 h 12804"/>
                  <a:gd name="connsiteX34" fmla="*/ 2114 w 26193"/>
                  <a:gd name="connsiteY34" fmla="*/ 11481 h 12804"/>
                  <a:gd name="connsiteX35" fmla="*/ 2031 w 26193"/>
                  <a:gd name="connsiteY35" fmla="*/ 11230 h 12804"/>
                  <a:gd name="connsiteX36" fmla="*/ 1948 w 26193"/>
                  <a:gd name="connsiteY36" fmla="*/ 10959 h 12804"/>
                  <a:gd name="connsiteX37" fmla="*/ 1855 w 26193"/>
                  <a:gd name="connsiteY37" fmla="*/ 10651 h 12804"/>
                  <a:gd name="connsiteX38" fmla="*/ 1762 w 26193"/>
                  <a:gd name="connsiteY38" fmla="*/ 10322 h 12804"/>
                  <a:gd name="connsiteX39" fmla="*/ 1648 w 26193"/>
                  <a:gd name="connsiteY39" fmla="*/ 9979 h 12804"/>
                  <a:gd name="connsiteX40" fmla="*/ 1544 w 26193"/>
                  <a:gd name="connsiteY40" fmla="*/ 9614 h 12804"/>
                  <a:gd name="connsiteX41" fmla="*/ 1430 w 26193"/>
                  <a:gd name="connsiteY41" fmla="*/ 9242 h 12804"/>
                  <a:gd name="connsiteX42" fmla="*/ 1316 w 26193"/>
                  <a:gd name="connsiteY42" fmla="*/ 8856 h 12804"/>
                  <a:gd name="connsiteX43" fmla="*/ 1202 w 26193"/>
                  <a:gd name="connsiteY43" fmla="*/ 8469 h 12804"/>
                  <a:gd name="connsiteX44" fmla="*/ 1067 w 26193"/>
                  <a:gd name="connsiteY44" fmla="*/ 8076 h 12804"/>
                  <a:gd name="connsiteX45" fmla="*/ 953 w 26193"/>
                  <a:gd name="connsiteY45" fmla="*/ 7682 h 12804"/>
                  <a:gd name="connsiteX46" fmla="*/ 839 w 26193"/>
                  <a:gd name="connsiteY46" fmla="*/ 7303 h 12804"/>
                  <a:gd name="connsiteX47" fmla="*/ 725 w 26193"/>
                  <a:gd name="connsiteY47" fmla="*/ 6938 h 12804"/>
                  <a:gd name="connsiteX48" fmla="*/ 622 w 26193"/>
                  <a:gd name="connsiteY48" fmla="*/ 6581 h 12804"/>
                  <a:gd name="connsiteX49" fmla="*/ 518 w 26193"/>
                  <a:gd name="connsiteY49" fmla="*/ 6245 h 12804"/>
                  <a:gd name="connsiteX50" fmla="*/ 415 w 26193"/>
                  <a:gd name="connsiteY50" fmla="*/ 5937 h 12804"/>
                  <a:gd name="connsiteX51" fmla="*/ 321 w 26193"/>
                  <a:gd name="connsiteY51" fmla="*/ 5644 h 12804"/>
                  <a:gd name="connsiteX52" fmla="*/ 249 w 26193"/>
                  <a:gd name="connsiteY52" fmla="*/ 5386 h 12804"/>
                  <a:gd name="connsiteX53" fmla="*/ 187 w 26193"/>
                  <a:gd name="connsiteY53" fmla="*/ 5165 h 12804"/>
                  <a:gd name="connsiteX54" fmla="*/ 114 w 26193"/>
                  <a:gd name="connsiteY54" fmla="*/ 4971 h 12804"/>
                  <a:gd name="connsiteX55" fmla="*/ 83 w 26193"/>
                  <a:gd name="connsiteY55" fmla="*/ 4835 h 12804"/>
                  <a:gd name="connsiteX56" fmla="*/ 41 w 26193"/>
                  <a:gd name="connsiteY56" fmla="*/ 4735 h 12804"/>
                  <a:gd name="connsiteX57" fmla="*/ 0 w 26193"/>
                  <a:gd name="connsiteY57" fmla="*/ 4557 h 12804"/>
                  <a:gd name="connsiteX58" fmla="*/ 10 w 26193"/>
                  <a:gd name="connsiteY58" fmla="*/ 4406 h 12804"/>
                  <a:gd name="connsiteX59" fmla="*/ 62 w 26193"/>
                  <a:gd name="connsiteY59" fmla="*/ 4270 h 12804"/>
                  <a:gd name="connsiteX60" fmla="*/ 155 w 26193"/>
                  <a:gd name="connsiteY60" fmla="*/ 4149 h 12804"/>
                  <a:gd name="connsiteX61" fmla="*/ 269 w 26193"/>
                  <a:gd name="connsiteY61" fmla="*/ 4041 h 12804"/>
                  <a:gd name="connsiteX62" fmla="*/ 425 w 26193"/>
                  <a:gd name="connsiteY62" fmla="*/ 3956 h 12804"/>
                  <a:gd name="connsiteX63" fmla="*/ 756 w 26193"/>
                  <a:gd name="connsiteY63" fmla="*/ 3813 h 12804"/>
                  <a:gd name="connsiteX64" fmla="*/ 943 w 26193"/>
                  <a:gd name="connsiteY64" fmla="*/ 3755 h 12804"/>
                  <a:gd name="connsiteX65" fmla="*/ 1119 w 26193"/>
                  <a:gd name="connsiteY65" fmla="*/ 3712 h 12804"/>
                  <a:gd name="connsiteX66" fmla="*/ 1306 w 26193"/>
                  <a:gd name="connsiteY66" fmla="*/ 3677 h 12804"/>
                  <a:gd name="connsiteX67" fmla="*/ 1430 w 26193"/>
                  <a:gd name="connsiteY67" fmla="*/ 3648 h 12804"/>
                  <a:gd name="connsiteX68" fmla="*/ 1606 w 26193"/>
                  <a:gd name="connsiteY68" fmla="*/ 3627 h 12804"/>
                  <a:gd name="connsiteX69" fmla="*/ 1855 w 26193"/>
                  <a:gd name="connsiteY69" fmla="*/ 3577 h 12804"/>
                  <a:gd name="connsiteX70" fmla="*/ 2135 w 26193"/>
                  <a:gd name="connsiteY70" fmla="*/ 3534 h 12804"/>
                  <a:gd name="connsiteX71" fmla="*/ 2456 w 26193"/>
                  <a:gd name="connsiteY71" fmla="*/ 3491 h 12804"/>
                  <a:gd name="connsiteX72" fmla="*/ 2819 w 26193"/>
                  <a:gd name="connsiteY72" fmla="*/ 3441 h 12804"/>
                  <a:gd name="connsiteX73" fmla="*/ 3596 w 26193"/>
                  <a:gd name="connsiteY73" fmla="*/ 3312 h 12804"/>
                  <a:gd name="connsiteX74" fmla="*/ 4000 w 26193"/>
                  <a:gd name="connsiteY74" fmla="*/ 3262 h 12804"/>
                  <a:gd name="connsiteX75" fmla="*/ 4829 w 26193"/>
                  <a:gd name="connsiteY75" fmla="*/ 3133 h 12804"/>
                  <a:gd name="connsiteX76" fmla="*/ 5212 w 26193"/>
                  <a:gd name="connsiteY76" fmla="*/ 3076 h 12804"/>
                  <a:gd name="connsiteX77" fmla="*/ 5585 w 26193"/>
                  <a:gd name="connsiteY77" fmla="*/ 3019 h 12804"/>
                  <a:gd name="connsiteX78" fmla="*/ 5938 w 26193"/>
                  <a:gd name="connsiteY78" fmla="*/ 2976 h 12804"/>
                  <a:gd name="connsiteX79" fmla="*/ 6259 w 26193"/>
                  <a:gd name="connsiteY79" fmla="*/ 2918 h 12804"/>
                  <a:gd name="connsiteX80" fmla="*/ 6528 w 26193"/>
                  <a:gd name="connsiteY80" fmla="*/ 2883 h 12804"/>
                  <a:gd name="connsiteX81" fmla="*/ 6756 w 26193"/>
                  <a:gd name="connsiteY81" fmla="*/ 2854 h 12804"/>
                  <a:gd name="connsiteX82" fmla="*/ 6922 w 26193"/>
                  <a:gd name="connsiteY82" fmla="*/ 2825 h 12804"/>
                  <a:gd name="connsiteX83" fmla="*/ 25806 w 26193"/>
                  <a:gd name="connsiteY83" fmla="*/ 78 h 12804"/>
                  <a:gd name="connsiteX84" fmla="*/ 26193 w 26193"/>
                  <a:gd name="connsiteY84" fmla="*/ 0 h 12804"/>
                  <a:gd name="connsiteX0" fmla="*/ 26083 w 26083"/>
                  <a:gd name="connsiteY0" fmla="*/ 9578 h 12726"/>
                  <a:gd name="connsiteX1" fmla="*/ 10000 w 26083"/>
                  <a:gd name="connsiteY1" fmla="*/ 11982 h 12726"/>
                  <a:gd name="connsiteX2" fmla="*/ 9959 w 26083"/>
                  <a:gd name="connsiteY2" fmla="*/ 11989 h 12726"/>
                  <a:gd name="connsiteX3" fmla="*/ 9845 w 26083"/>
                  <a:gd name="connsiteY3" fmla="*/ 12004 h 12726"/>
                  <a:gd name="connsiteX4" fmla="*/ 9679 w 26083"/>
                  <a:gd name="connsiteY4" fmla="*/ 12039 h 12726"/>
                  <a:gd name="connsiteX5" fmla="*/ 9430 w 26083"/>
                  <a:gd name="connsiteY5" fmla="*/ 12075 h 12726"/>
                  <a:gd name="connsiteX6" fmla="*/ 9130 w 26083"/>
                  <a:gd name="connsiteY6" fmla="*/ 12132 h 12726"/>
                  <a:gd name="connsiteX7" fmla="*/ 8777 w 26083"/>
                  <a:gd name="connsiteY7" fmla="*/ 12182 h 12726"/>
                  <a:gd name="connsiteX8" fmla="*/ 8363 w 26083"/>
                  <a:gd name="connsiteY8" fmla="*/ 12254 h 12726"/>
                  <a:gd name="connsiteX9" fmla="*/ 7917 w 26083"/>
                  <a:gd name="connsiteY9" fmla="*/ 12318 h 12726"/>
                  <a:gd name="connsiteX10" fmla="*/ 7420 w 26083"/>
                  <a:gd name="connsiteY10" fmla="*/ 12390 h 12726"/>
                  <a:gd name="connsiteX11" fmla="*/ 6891 w 26083"/>
                  <a:gd name="connsiteY11" fmla="*/ 12461 h 12726"/>
                  <a:gd name="connsiteX12" fmla="*/ 6332 w 26083"/>
                  <a:gd name="connsiteY12" fmla="*/ 12533 h 12726"/>
                  <a:gd name="connsiteX13" fmla="*/ 5741 w 26083"/>
                  <a:gd name="connsiteY13" fmla="*/ 12604 h 12726"/>
                  <a:gd name="connsiteX14" fmla="*/ 5119 w 26083"/>
                  <a:gd name="connsiteY14" fmla="*/ 12669 h 12726"/>
                  <a:gd name="connsiteX15" fmla="*/ 4653 w 26083"/>
                  <a:gd name="connsiteY15" fmla="*/ 12705 h 12726"/>
                  <a:gd name="connsiteX16" fmla="*/ 4228 w 26083"/>
                  <a:gd name="connsiteY16" fmla="*/ 12726 h 12726"/>
                  <a:gd name="connsiteX17" fmla="*/ 3865 w 26083"/>
                  <a:gd name="connsiteY17" fmla="*/ 12719 h 12726"/>
                  <a:gd name="connsiteX18" fmla="*/ 3544 w 26083"/>
                  <a:gd name="connsiteY18" fmla="*/ 12690 h 12726"/>
                  <a:gd name="connsiteX19" fmla="*/ 3275 w 26083"/>
                  <a:gd name="connsiteY19" fmla="*/ 12647 h 12726"/>
                  <a:gd name="connsiteX20" fmla="*/ 3036 w 26083"/>
                  <a:gd name="connsiteY20" fmla="*/ 12583 h 12726"/>
                  <a:gd name="connsiteX21" fmla="*/ 2850 w 26083"/>
                  <a:gd name="connsiteY21" fmla="*/ 12519 h 12726"/>
                  <a:gd name="connsiteX22" fmla="*/ 2694 w 26083"/>
                  <a:gd name="connsiteY22" fmla="*/ 12447 h 12726"/>
                  <a:gd name="connsiteX23" fmla="*/ 2580 w 26083"/>
                  <a:gd name="connsiteY23" fmla="*/ 12368 h 12726"/>
                  <a:gd name="connsiteX24" fmla="*/ 2477 w 26083"/>
                  <a:gd name="connsiteY24" fmla="*/ 12290 h 12726"/>
                  <a:gd name="connsiteX25" fmla="*/ 2404 w 26083"/>
                  <a:gd name="connsiteY25" fmla="*/ 12218 h 12726"/>
                  <a:gd name="connsiteX26" fmla="*/ 2321 w 26083"/>
                  <a:gd name="connsiteY26" fmla="*/ 12097 h 12726"/>
                  <a:gd name="connsiteX27" fmla="*/ 2301 w 26083"/>
                  <a:gd name="connsiteY27" fmla="*/ 12054 h 12726"/>
                  <a:gd name="connsiteX28" fmla="*/ 2290 w 26083"/>
                  <a:gd name="connsiteY28" fmla="*/ 12018 h 12726"/>
                  <a:gd name="connsiteX29" fmla="*/ 2290 w 26083"/>
                  <a:gd name="connsiteY29" fmla="*/ 12004 h 12726"/>
                  <a:gd name="connsiteX30" fmla="*/ 2280 w 26083"/>
                  <a:gd name="connsiteY30" fmla="*/ 11982 h 12726"/>
                  <a:gd name="connsiteX31" fmla="*/ 2269 w 26083"/>
                  <a:gd name="connsiteY31" fmla="*/ 11896 h 12726"/>
                  <a:gd name="connsiteX32" fmla="*/ 2228 w 26083"/>
                  <a:gd name="connsiteY32" fmla="*/ 11775 h 12726"/>
                  <a:gd name="connsiteX33" fmla="*/ 2176 w 26083"/>
                  <a:gd name="connsiteY33" fmla="*/ 11603 h 12726"/>
                  <a:gd name="connsiteX34" fmla="*/ 2114 w 26083"/>
                  <a:gd name="connsiteY34" fmla="*/ 11403 h 12726"/>
                  <a:gd name="connsiteX35" fmla="*/ 2031 w 26083"/>
                  <a:gd name="connsiteY35" fmla="*/ 11152 h 12726"/>
                  <a:gd name="connsiteX36" fmla="*/ 1948 w 26083"/>
                  <a:gd name="connsiteY36" fmla="*/ 10881 h 12726"/>
                  <a:gd name="connsiteX37" fmla="*/ 1855 w 26083"/>
                  <a:gd name="connsiteY37" fmla="*/ 10573 h 12726"/>
                  <a:gd name="connsiteX38" fmla="*/ 1762 w 26083"/>
                  <a:gd name="connsiteY38" fmla="*/ 10244 h 12726"/>
                  <a:gd name="connsiteX39" fmla="*/ 1648 w 26083"/>
                  <a:gd name="connsiteY39" fmla="*/ 9901 h 12726"/>
                  <a:gd name="connsiteX40" fmla="*/ 1544 w 26083"/>
                  <a:gd name="connsiteY40" fmla="*/ 9536 h 12726"/>
                  <a:gd name="connsiteX41" fmla="*/ 1430 w 26083"/>
                  <a:gd name="connsiteY41" fmla="*/ 9164 h 12726"/>
                  <a:gd name="connsiteX42" fmla="*/ 1316 w 26083"/>
                  <a:gd name="connsiteY42" fmla="*/ 8778 h 12726"/>
                  <a:gd name="connsiteX43" fmla="*/ 1202 w 26083"/>
                  <a:gd name="connsiteY43" fmla="*/ 8391 h 12726"/>
                  <a:gd name="connsiteX44" fmla="*/ 1067 w 26083"/>
                  <a:gd name="connsiteY44" fmla="*/ 7998 h 12726"/>
                  <a:gd name="connsiteX45" fmla="*/ 953 w 26083"/>
                  <a:gd name="connsiteY45" fmla="*/ 7604 h 12726"/>
                  <a:gd name="connsiteX46" fmla="*/ 839 w 26083"/>
                  <a:gd name="connsiteY46" fmla="*/ 7225 h 12726"/>
                  <a:gd name="connsiteX47" fmla="*/ 725 w 26083"/>
                  <a:gd name="connsiteY47" fmla="*/ 6860 h 12726"/>
                  <a:gd name="connsiteX48" fmla="*/ 622 w 26083"/>
                  <a:gd name="connsiteY48" fmla="*/ 6503 h 12726"/>
                  <a:gd name="connsiteX49" fmla="*/ 518 w 26083"/>
                  <a:gd name="connsiteY49" fmla="*/ 6167 h 12726"/>
                  <a:gd name="connsiteX50" fmla="*/ 415 w 26083"/>
                  <a:gd name="connsiteY50" fmla="*/ 5859 h 12726"/>
                  <a:gd name="connsiteX51" fmla="*/ 321 w 26083"/>
                  <a:gd name="connsiteY51" fmla="*/ 5566 h 12726"/>
                  <a:gd name="connsiteX52" fmla="*/ 249 w 26083"/>
                  <a:gd name="connsiteY52" fmla="*/ 5308 h 12726"/>
                  <a:gd name="connsiteX53" fmla="*/ 187 w 26083"/>
                  <a:gd name="connsiteY53" fmla="*/ 5087 h 12726"/>
                  <a:gd name="connsiteX54" fmla="*/ 114 w 26083"/>
                  <a:gd name="connsiteY54" fmla="*/ 4893 h 12726"/>
                  <a:gd name="connsiteX55" fmla="*/ 83 w 26083"/>
                  <a:gd name="connsiteY55" fmla="*/ 4757 h 12726"/>
                  <a:gd name="connsiteX56" fmla="*/ 41 w 26083"/>
                  <a:gd name="connsiteY56" fmla="*/ 4657 h 12726"/>
                  <a:gd name="connsiteX57" fmla="*/ 0 w 26083"/>
                  <a:gd name="connsiteY57" fmla="*/ 4479 h 12726"/>
                  <a:gd name="connsiteX58" fmla="*/ 10 w 26083"/>
                  <a:gd name="connsiteY58" fmla="*/ 4328 h 12726"/>
                  <a:gd name="connsiteX59" fmla="*/ 62 w 26083"/>
                  <a:gd name="connsiteY59" fmla="*/ 4192 h 12726"/>
                  <a:gd name="connsiteX60" fmla="*/ 155 w 26083"/>
                  <a:gd name="connsiteY60" fmla="*/ 4071 h 12726"/>
                  <a:gd name="connsiteX61" fmla="*/ 269 w 26083"/>
                  <a:gd name="connsiteY61" fmla="*/ 3963 h 12726"/>
                  <a:gd name="connsiteX62" fmla="*/ 425 w 26083"/>
                  <a:gd name="connsiteY62" fmla="*/ 3878 h 12726"/>
                  <a:gd name="connsiteX63" fmla="*/ 756 w 26083"/>
                  <a:gd name="connsiteY63" fmla="*/ 3735 h 12726"/>
                  <a:gd name="connsiteX64" fmla="*/ 943 w 26083"/>
                  <a:gd name="connsiteY64" fmla="*/ 3677 h 12726"/>
                  <a:gd name="connsiteX65" fmla="*/ 1119 w 26083"/>
                  <a:gd name="connsiteY65" fmla="*/ 3634 h 12726"/>
                  <a:gd name="connsiteX66" fmla="*/ 1306 w 26083"/>
                  <a:gd name="connsiteY66" fmla="*/ 3599 h 12726"/>
                  <a:gd name="connsiteX67" fmla="*/ 1430 w 26083"/>
                  <a:gd name="connsiteY67" fmla="*/ 3570 h 12726"/>
                  <a:gd name="connsiteX68" fmla="*/ 1606 w 26083"/>
                  <a:gd name="connsiteY68" fmla="*/ 3549 h 12726"/>
                  <a:gd name="connsiteX69" fmla="*/ 1855 w 26083"/>
                  <a:gd name="connsiteY69" fmla="*/ 3499 h 12726"/>
                  <a:gd name="connsiteX70" fmla="*/ 2135 w 26083"/>
                  <a:gd name="connsiteY70" fmla="*/ 3456 h 12726"/>
                  <a:gd name="connsiteX71" fmla="*/ 2456 w 26083"/>
                  <a:gd name="connsiteY71" fmla="*/ 3413 h 12726"/>
                  <a:gd name="connsiteX72" fmla="*/ 2819 w 26083"/>
                  <a:gd name="connsiteY72" fmla="*/ 3363 h 12726"/>
                  <a:gd name="connsiteX73" fmla="*/ 3596 w 26083"/>
                  <a:gd name="connsiteY73" fmla="*/ 3234 h 12726"/>
                  <a:gd name="connsiteX74" fmla="*/ 4000 w 26083"/>
                  <a:gd name="connsiteY74" fmla="*/ 3184 h 12726"/>
                  <a:gd name="connsiteX75" fmla="*/ 4829 w 26083"/>
                  <a:gd name="connsiteY75" fmla="*/ 3055 h 12726"/>
                  <a:gd name="connsiteX76" fmla="*/ 5212 w 26083"/>
                  <a:gd name="connsiteY76" fmla="*/ 2998 h 12726"/>
                  <a:gd name="connsiteX77" fmla="*/ 5585 w 26083"/>
                  <a:gd name="connsiteY77" fmla="*/ 2941 h 12726"/>
                  <a:gd name="connsiteX78" fmla="*/ 5938 w 26083"/>
                  <a:gd name="connsiteY78" fmla="*/ 2898 h 12726"/>
                  <a:gd name="connsiteX79" fmla="*/ 6259 w 26083"/>
                  <a:gd name="connsiteY79" fmla="*/ 2840 h 12726"/>
                  <a:gd name="connsiteX80" fmla="*/ 6528 w 26083"/>
                  <a:gd name="connsiteY80" fmla="*/ 2805 h 12726"/>
                  <a:gd name="connsiteX81" fmla="*/ 6756 w 26083"/>
                  <a:gd name="connsiteY81" fmla="*/ 2776 h 12726"/>
                  <a:gd name="connsiteX82" fmla="*/ 6922 w 26083"/>
                  <a:gd name="connsiteY82" fmla="*/ 2747 h 12726"/>
                  <a:gd name="connsiteX83" fmla="*/ 25806 w 26083"/>
                  <a:gd name="connsiteY83" fmla="*/ 0 h 12726"/>
                  <a:gd name="connsiteX84" fmla="*/ 26083 w 26083"/>
                  <a:gd name="connsiteY84" fmla="*/ 9578 h 12726"/>
                  <a:gd name="connsiteX0" fmla="*/ 26083 w 26156"/>
                  <a:gd name="connsiteY0" fmla="*/ 9635 h 12783"/>
                  <a:gd name="connsiteX1" fmla="*/ 10000 w 26156"/>
                  <a:gd name="connsiteY1" fmla="*/ 12039 h 12783"/>
                  <a:gd name="connsiteX2" fmla="*/ 9959 w 26156"/>
                  <a:gd name="connsiteY2" fmla="*/ 12046 h 12783"/>
                  <a:gd name="connsiteX3" fmla="*/ 9845 w 26156"/>
                  <a:gd name="connsiteY3" fmla="*/ 12061 h 12783"/>
                  <a:gd name="connsiteX4" fmla="*/ 9679 w 26156"/>
                  <a:gd name="connsiteY4" fmla="*/ 12096 h 12783"/>
                  <a:gd name="connsiteX5" fmla="*/ 9430 w 26156"/>
                  <a:gd name="connsiteY5" fmla="*/ 12132 h 12783"/>
                  <a:gd name="connsiteX6" fmla="*/ 9130 w 26156"/>
                  <a:gd name="connsiteY6" fmla="*/ 12189 h 12783"/>
                  <a:gd name="connsiteX7" fmla="*/ 8777 w 26156"/>
                  <a:gd name="connsiteY7" fmla="*/ 12239 h 12783"/>
                  <a:gd name="connsiteX8" fmla="*/ 8363 w 26156"/>
                  <a:gd name="connsiteY8" fmla="*/ 12311 h 12783"/>
                  <a:gd name="connsiteX9" fmla="*/ 7917 w 26156"/>
                  <a:gd name="connsiteY9" fmla="*/ 12375 h 12783"/>
                  <a:gd name="connsiteX10" fmla="*/ 7420 w 26156"/>
                  <a:gd name="connsiteY10" fmla="*/ 12447 h 12783"/>
                  <a:gd name="connsiteX11" fmla="*/ 6891 w 26156"/>
                  <a:gd name="connsiteY11" fmla="*/ 12518 h 12783"/>
                  <a:gd name="connsiteX12" fmla="*/ 6332 w 26156"/>
                  <a:gd name="connsiteY12" fmla="*/ 12590 h 12783"/>
                  <a:gd name="connsiteX13" fmla="*/ 5741 w 26156"/>
                  <a:gd name="connsiteY13" fmla="*/ 12661 h 12783"/>
                  <a:gd name="connsiteX14" fmla="*/ 5119 w 26156"/>
                  <a:gd name="connsiteY14" fmla="*/ 12726 h 12783"/>
                  <a:gd name="connsiteX15" fmla="*/ 4653 w 26156"/>
                  <a:gd name="connsiteY15" fmla="*/ 12762 h 12783"/>
                  <a:gd name="connsiteX16" fmla="*/ 4228 w 26156"/>
                  <a:gd name="connsiteY16" fmla="*/ 12783 h 12783"/>
                  <a:gd name="connsiteX17" fmla="*/ 3865 w 26156"/>
                  <a:gd name="connsiteY17" fmla="*/ 12776 h 12783"/>
                  <a:gd name="connsiteX18" fmla="*/ 3544 w 26156"/>
                  <a:gd name="connsiteY18" fmla="*/ 12747 h 12783"/>
                  <a:gd name="connsiteX19" fmla="*/ 3275 w 26156"/>
                  <a:gd name="connsiteY19" fmla="*/ 12704 h 12783"/>
                  <a:gd name="connsiteX20" fmla="*/ 3036 w 26156"/>
                  <a:gd name="connsiteY20" fmla="*/ 12640 h 12783"/>
                  <a:gd name="connsiteX21" fmla="*/ 2850 w 26156"/>
                  <a:gd name="connsiteY21" fmla="*/ 12576 h 12783"/>
                  <a:gd name="connsiteX22" fmla="*/ 2694 w 26156"/>
                  <a:gd name="connsiteY22" fmla="*/ 12504 h 12783"/>
                  <a:gd name="connsiteX23" fmla="*/ 2580 w 26156"/>
                  <a:gd name="connsiteY23" fmla="*/ 12425 h 12783"/>
                  <a:gd name="connsiteX24" fmla="*/ 2477 w 26156"/>
                  <a:gd name="connsiteY24" fmla="*/ 12347 h 12783"/>
                  <a:gd name="connsiteX25" fmla="*/ 2404 w 26156"/>
                  <a:gd name="connsiteY25" fmla="*/ 12275 h 12783"/>
                  <a:gd name="connsiteX26" fmla="*/ 2321 w 26156"/>
                  <a:gd name="connsiteY26" fmla="*/ 12154 h 12783"/>
                  <a:gd name="connsiteX27" fmla="*/ 2301 w 26156"/>
                  <a:gd name="connsiteY27" fmla="*/ 12111 h 12783"/>
                  <a:gd name="connsiteX28" fmla="*/ 2290 w 26156"/>
                  <a:gd name="connsiteY28" fmla="*/ 12075 h 12783"/>
                  <a:gd name="connsiteX29" fmla="*/ 2290 w 26156"/>
                  <a:gd name="connsiteY29" fmla="*/ 12061 h 12783"/>
                  <a:gd name="connsiteX30" fmla="*/ 2280 w 26156"/>
                  <a:gd name="connsiteY30" fmla="*/ 12039 h 12783"/>
                  <a:gd name="connsiteX31" fmla="*/ 2269 w 26156"/>
                  <a:gd name="connsiteY31" fmla="*/ 11953 h 12783"/>
                  <a:gd name="connsiteX32" fmla="*/ 2228 w 26156"/>
                  <a:gd name="connsiteY32" fmla="*/ 11832 h 12783"/>
                  <a:gd name="connsiteX33" fmla="*/ 2176 w 26156"/>
                  <a:gd name="connsiteY33" fmla="*/ 11660 h 12783"/>
                  <a:gd name="connsiteX34" fmla="*/ 2114 w 26156"/>
                  <a:gd name="connsiteY34" fmla="*/ 11460 h 12783"/>
                  <a:gd name="connsiteX35" fmla="*/ 2031 w 26156"/>
                  <a:gd name="connsiteY35" fmla="*/ 11209 h 12783"/>
                  <a:gd name="connsiteX36" fmla="*/ 1948 w 26156"/>
                  <a:gd name="connsiteY36" fmla="*/ 10938 h 12783"/>
                  <a:gd name="connsiteX37" fmla="*/ 1855 w 26156"/>
                  <a:gd name="connsiteY37" fmla="*/ 10630 h 12783"/>
                  <a:gd name="connsiteX38" fmla="*/ 1762 w 26156"/>
                  <a:gd name="connsiteY38" fmla="*/ 10301 h 12783"/>
                  <a:gd name="connsiteX39" fmla="*/ 1648 w 26156"/>
                  <a:gd name="connsiteY39" fmla="*/ 9958 h 12783"/>
                  <a:gd name="connsiteX40" fmla="*/ 1544 w 26156"/>
                  <a:gd name="connsiteY40" fmla="*/ 9593 h 12783"/>
                  <a:gd name="connsiteX41" fmla="*/ 1430 w 26156"/>
                  <a:gd name="connsiteY41" fmla="*/ 9221 h 12783"/>
                  <a:gd name="connsiteX42" fmla="*/ 1316 w 26156"/>
                  <a:gd name="connsiteY42" fmla="*/ 8835 h 12783"/>
                  <a:gd name="connsiteX43" fmla="*/ 1202 w 26156"/>
                  <a:gd name="connsiteY43" fmla="*/ 8448 h 12783"/>
                  <a:gd name="connsiteX44" fmla="*/ 1067 w 26156"/>
                  <a:gd name="connsiteY44" fmla="*/ 8055 h 12783"/>
                  <a:gd name="connsiteX45" fmla="*/ 953 w 26156"/>
                  <a:gd name="connsiteY45" fmla="*/ 7661 h 12783"/>
                  <a:gd name="connsiteX46" fmla="*/ 839 w 26156"/>
                  <a:gd name="connsiteY46" fmla="*/ 7282 h 12783"/>
                  <a:gd name="connsiteX47" fmla="*/ 725 w 26156"/>
                  <a:gd name="connsiteY47" fmla="*/ 6917 h 12783"/>
                  <a:gd name="connsiteX48" fmla="*/ 622 w 26156"/>
                  <a:gd name="connsiteY48" fmla="*/ 6560 h 12783"/>
                  <a:gd name="connsiteX49" fmla="*/ 518 w 26156"/>
                  <a:gd name="connsiteY49" fmla="*/ 6224 h 12783"/>
                  <a:gd name="connsiteX50" fmla="*/ 415 w 26156"/>
                  <a:gd name="connsiteY50" fmla="*/ 5916 h 12783"/>
                  <a:gd name="connsiteX51" fmla="*/ 321 w 26156"/>
                  <a:gd name="connsiteY51" fmla="*/ 5623 h 12783"/>
                  <a:gd name="connsiteX52" fmla="*/ 249 w 26156"/>
                  <a:gd name="connsiteY52" fmla="*/ 5365 h 12783"/>
                  <a:gd name="connsiteX53" fmla="*/ 187 w 26156"/>
                  <a:gd name="connsiteY53" fmla="*/ 5144 h 12783"/>
                  <a:gd name="connsiteX54" fmla="*/ 114 w 26156"/>
                  <a:gd name="connsiteY54" fmla="*/ 4950 h 12783"/>
                  <a:gd name="connsiteX55" fmla="*/ 83 w 26156"/>
                  <a:gd name="connsiteY55" fmla="*/ 4814 h 12783"/>
                  <a:gd name="connsiteX56" fmla="*/ 41 w 26156"/>
                  <a:gd name="connsiteY56" fmla="*/ 4714 h 12783"/>
                  <a:gd name="connsiteX57" fmla="*/ 0 w 26156"/>
                  <a:gd name="connsiteY57" fmla="*/ 4536 h 12783"/>
                  <a:gd name="connsiteX58" fmla="*/ 10 w 26156"/>
                  <a:gd name="connsiteY58" fmla="*/ 4385 h 12783"/>
                  <a:gd name="connsiteX59" fmla="*/ 62 w 26156"/>
                  <a:gd name="connsiteY59" fmla="*/ 4249 h 12783"/>
                  <a:gd name="connsiteX60" fmla="*/ 155 w 26156"/>
                  <a:gd name="connsiteY60" fmla="*/ 4128 h 12783"/>
                  <a:gd name="connsiteX61" fmla="*/ 269 w 26156"/>
                  <a:gd name="connsiteY61" fmla="*/ 4020 h 12783"/>
                  <a:gd name="connsiteX62" fmla="*/ 425 w 26156"/>
                  <a:gd name="connsiteY62" fmla="*/ 3935 h 12783"/>
                  <a:gd name="connsiteX63" fmla="*/ 756 w 26156"/>
                  <a:gd name="connsiteY63" fmla="*/ 3792 h 12783"/>
                  <a:gd name="connsiteX64" fmla="*/ 943 w 26156"/>
                  <a:gd name="connsiteY64" fmla="*/ 3734 h 12783"/>
                  <a:gd name="connsiteX65" fmla="*/ 1119 w 26156"/>
                  <a:gd name="connsiteY65" fmla="*/ 3691 h 12783"/>
                  <a:gd name="connsiteX66" fmla="*/ 1306 w 26156"/>
                  <a:gd name="connsiteY66" fmla="*/ 3656 h 12783"/>
                  <a:gd name="connsiteX67" fmla="*/ 1430 w 26156"/>
                  <a:gd name="connsiteY67" fmla="*/ 3627 h 12783"/>
                  <a:gd name="connsiteX68" fmla="*/ 1606 w 26156"/>
                  <a:gd name="connsiteY68" fmla="*/ 3606 h 12783"/>
                  <a:gd name="connsiteX69" fmla="*/ 1855 w 26156"/>
                  <a:gd name="connsiteY69" fmla="*/ 3556 h 12783"/>
                  <a:gd name="connsiteX70" fmla="*/ 2135 w 26156"/>
                  <a:gd name="connsiteY70" fmla="*/ 3513 h 12783"/>
                  <a:gd name="connsiteX71" fmla="*/ 2456 w 26156"/>
                  <a:gd name="connsiteY71" fmla="*/ 3470 h 12783"/>
                  <a:gd name="connsiteX72" fmla="*/ 2819 w 26156"/>
                  <a:gd name="connsiteY72" fmla="*/ 3420 h 12783"/>
                  <a:gd name="connsiteX73" fmla="*/ 3596 w 26156"/>
                  <a:gd name="connsiteY73" fmla="*/ 3291 h 12783"/>
                  <a:gd name="connsiteX74" fmla="*/ 4000 w 26156"/>
                  <a:gd name="connsiteY74" fmla="*/ 3241 h 12783"/>
                  <a:gd name="connsiteX75" fmla="*/ 4829 w 26156"/>
                  <a:gd name="connsiteY75" fmla="*/ 3112 h 12783"/>
                  <a:gd name="connsiteX76" fmla="*/ 5212 w 26156"/>
                  <a:gd name="connsiteY76" fmla="*/ 3055 h 12783"/>
                  <a:gd name="connsiteX77" fmla="*/ 5585 w 26156"/>
                  <a:gd name="connsiteY77" fmla="*/ 2998 h 12783"/>
                  <a:gd name="connsiteX78" fmla="*/ 5938 w 26156"/>
                  <a:gd name="connsiteY78" fmla="*/ 2955 h 12783"/>
                  <a:gd name="connsiteX79" fmla="*/ 6259 w 26156"/>
                  <a:gd name="connsiteY79" fmla="*/ 2897 h 12783"/>
                  <a:gd name="connsiteX80" fmla="*/ 6528 w 26156"/>
                  <a:gd name="connsiteY80" fmla="*/ 2862 h 12783"/>
                  <a:gd name="connsiteX81" fmla="*/ 6756 w 26156"/>
                  <a:gd name="connsiteY81" fmla="*/ 2833 h 12783"/>
                  <a:gd name="connsiteX82" fmla="*/ 6922 w 26156"/>
                  <a:gd name="connsiteY82" fmla="*/ 2804 h 12783"/>
                  <a:gd name="connsiteX83" fmla="*/ 26135 w 26156"/>
                  <a:gd name="connsiteY83" fmla="*/ 0 h 12783"/>
                  <a:gd name="connsiteX84" fmla="*/ 26083 w 26156"/>
                  <a:gd name="connsiteY84" fmla="*/ 9635 h 12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6156" h="12783">
                    <a:moveTo>
                      <a:pt x="26083" y="9635"/>
                    </a:moveTo>
                    <a:lnTo>
                      <a:pt x="10000" y="12039"/>
                    </a:lnTo>
                    <a:cubicBezTo>
                      <a:pt x="9986" y="12041"/>
                      <a:pt x="9973" y="12044"/>
                      <a:pt x="9959" y="12046"/>
                    </a:cubicBezTo>
                    <a:lnTo>
                      <a:pt x="9845" y="12061"/>
                    </a:lnTo>
                    <a:lnTo>
                      <a:pt x="9679" y="12096"/>
                    </a:lnTo>
                    <a:lnTo>
                      <a:pt x="9430" y="12132"/>
                    </a:lnTo>
                    <a:lnTo>
                      <a:pt x="9130" y="12189"/>
                    </a:lnTo>
                    <a:lnTo>
                      <a:pt x="8777" y="12239"/>
                    </a:lnTo>
                    <a:lnTo>
                      <a:pt x="8363" y="12311"/>
                    </a:lnTo>
                    <a:lnTo>
                      <a:pt x="7917" y="12375"/>
                    </a:lnTo>
                    <a:lnTo>
                      <a:pt x="7420" y="12447"/>
                    </a:lnTo>
                    <a:lnTo>
                      <a:pt x="6891" y="12518"/>
                    </a:lnTo>
                    <a:lnTo>
                      <a:pt x="6332" y="12590"/>
                    </a:lnTo>
                    <a:lnTo>
                      <a:pt x="5741" y="12661"/>
                    </a:lnTo>
                    <a:lnTo>
                      <a:pt x="5119" y="12726"/>
                    </a:lnTo>
                    <a:lnTo>
                      <a:pt x="4653" y="12762"/>
                    </a:lnTo>
                    <a:lnTo>
                      <a:pt x="4228" y="12783"/>
                    </a:lnTo>
                    <a:lnTo>
                      <a:pt x="3865" y="12776"/>
                    </a:lnTo>
                    <a:lnTo>
                      <a:pt x="3544" y="12747"/>
                    </a:lnTo>
                    <a:lnTo>
                      <a:pt x="3275" y="12704"/>
                    </a:lnTo>
                    <a:lnTo>
                      <a:pt x="3036" y="12640"/>
                    </a:lnTo>
                    <a:lnTo>
                      <a:pt x="2850" y="12576"/>
                    </a:lnTo>
                    <a:lnTo>
                      <a:pt x="2694" y="12504"/>
                    </a:lnTo>
                    <a:lnTo>
                      <a:pt x="2580" y="12425"/>
                    </a:lnTo>
                    <a:lnTo>
                      <a:pt x="2477" y="12347"/>
                    </a:lnTo>
                    <a:cubicBezTo>
                      <a:pt x="2453" y="12323"/>
                      <a:pt x="2428" y="12299"/>
                      <a:pt x="2404" y="12275"/>
                    </a:cubicBezTo>
                    <a:cubicBezTo>
                      <a:pt x="2376" y="12235"/>
                      <a:pt x="2349" y="12194"/>
                      <a:pt x="2321" y="12154"/>
                    </a:cubicBezTo>
                    <a:cubicBezTo>
                      <a:pt x="2314" y="12140"/>
                      <a:pt x="2308" y="12125"/>
                      <a:pt x="2301" y="12111"/>
                    </a:cubicBezTo>
                    <a:cubicBezTo>
                      <a:pt x="2297" y="12099"/>
                      <a:pt x="2294" y="12087"/>
                      <a:pt x="2290" y="12075"/>
                    </a:cubicBezTo>
                    <a:lnTo>
                      <a:pt x="2290" y="12061"/>
                    </a:lnTo>
                    <a:cubicBezTo>
                      <a:pt x="2287" y="12054"/>
                      <a:pt x="2283" y="12046"/>
                      <a:pt x="2280" y="12039"/>
                    </a:cubicBezTo>
                    <a:cubicBezTo>
                      <a:pt x="2276" y="12010"/>
                      <a:pt x="2273" y="11982"/>
                      <a:pt x="2269" y="11953"/>
                    </a:cubicBezTo>
                    <a:cubicBezTo>
                      <a:pt x="2255" y="11913"/>
                      <a:pt x="2242" y="11872"/>
                      <a:pt x="2228" y="11832"/>
                    </a:cubicBezTo>
                    <a:cubicBezTo>
                      <a:pt x="2211" y="11775"/>
                      <a:pt x="2193" y="11717"/>
                      <a:pt x="2176" y="11660"/>
                    </a:cubicBezTo>
                    <a:cubicBezTo>
                      <a:pt x="2155" y="11593"/>
                      <a:pt x="2135" y="11527"/>
                      <a:pt x="2114" y="11460"/>
                    </a:cubicBezTo>
                    <a:cubicBezTo>
                      <a:pt x="2086" y="11376"/>
                      <a:pt x="2059" y="11293"/>
                      <a:pt x="2031" y="11209"/>
                    </a:cubicBezTo>
                    <a:cubicBezTo>
                      <a:pt x="2003" y="11119"/>
                      <a:pt x="1976" y="11028"/>
                      <a:pt x="1948" y="10938"/>
                    </a:cubicBezTo>
                    <a:cubicBezTo>
                      <a:pt x="1917" y="10835"/>
                      <a:pt x="1886" y="10733"/>
                      <a:pt x="1855" y="10630"/>
                    </a:cubicBezTo>
                    <a:cubicBezTo>
                      <a:pt x="1824" y="10520"/>
                      <a:pt x="1793" y="10411"/>
                      <a:pt x="1762" y="10301"/>
                    </a:cubicBezTo>
                    <a:lnTo>
                      <a:pt x="1648" y="9958"/>
                    </a:lnTo>
                    <a:cubicBezTo>
                      <a:pt x="1613" y="9836"/>
                      <a:pt x="1579" y="9715"/>
                      <a:pt x="1544" y="9593"/>
                    </a:cubicBezTo>
                    <a:lnTo>
                      <a:pt x="1430" y="9221"/>
                    </a:lnTo>
                    <a:lnTo>
                      <a:pt x="1316" y="8835"/>
                    </a:lnTo>
                    <a:lnTo>
                      <a:pt x="1202" y="8448"/>
                    </a:lnTo>
                    <a:lnTo>
                      <a:pt x="1067" y="8055"/>
                    </a:lnTo>
                    <a:lnTo>
                      <a:pt x="953" y="7661"/>
                    </a:lnTo>
                    <a:lnTo>
                      <a:pt x="839" y="7282"/>
                    </a:lnTo>
                    <a:lnTo>
                      <a:pt x="725" y="6917"/>
                    </a:lnTo>
                    <a:cubicBezTo>
                      <a:pt x="691" y="6798"/>
                      <a:pt x="656" y="6679"/>
                      <a:pt x="622" y="6560"/>
                    </a:cubicBezTo>
                    <a:cubicBezTo>
                      <a:pt x="587" y="6448"/>
                      <a:pt x="553" y="6336"/>
                      <a:pt x="518" y="6224"/>
                    </a:cubicBezTo>
                    <a:cubicBezTo>
                      <a:pt x="484" y="6121"/>
                      <a:pt x="449" y="6019"/>
                      <a:pt x="415" y="5916"/>
                    </a:cubicBezTo>
                    <a:cubicBezTo>
                      <a:pt x="384" y="5818"/>
                      <a:pt x="352" y="5721"/>
                      <a:pt x="321" y="5623"/>
                    </a:cubicBezTo>
                    <a:lnTo>
                      <a:pt x="249" y="5365"/>
                    </a:lnTo>
                    <a:cubicBezTo>
                      <a:pt x="228" y="5291"/>
                      <a:pt x="208" y="5218"/>
                      <a:pt x="187" y="5144"/>
                    </a:cubicBezTo>
                    <a:cubicBezTo>
                      <a:pt x="163" y="5079"/>
                      <a:pt x="138" y="5015"/>
                      <a:pt x="114" y="4950"/>
                    </a:cubicBezTo>
                    <a:cubicBezTo>
                      <a:pt x="104" y="4905"/>
                      <a:pt x="93" y="4859"/>
                      <a:pt x="83" y="4814"/>
                    </a:cubicBezTo>
                    <a:cubicBezTo>
                      <a:pt x="69" y="4781"/>
                      <a:pt x="55" y="4747"/>
                      <a:pt x="41" y="4714"/>
                    </a:cubicBezTo>
                    <a:cubicBezTo>
                      <a:pt x="27" y="4655"/>
                      <a:pt x="14" y="4595"/>
                      <a:pt x="0" y="4536"/>
                    </a:cubicBezTo>
                    <a:cubicBezTo>
                      <a:pt x="3" y="4486"/>
                      <a:pt x="7" y="4435"/>
                      <a:pt x="10" y="4385"/>
                    </a:cubicBezTo>
                    <a:cubicBezTo>
                      <a:pt x="27" y="4340"/>
                      <a:pt x="45" y="4294"/>
                      <a:pt x="62" y="4249"/>
                    </a:cubicBezTo>
                    <a:cubicBezTo>
                      <a:pt x="93" y="4209"/>
                      <a:pt x="124" y="4168"/>
                      <a:pt x="155" y="4128"/>
                    </a:cubicBezTo>
                    <a:lnTo>
                      <a:pt x="269" y="4020"/>
                    </a:lnTo>
                    <a:lnTo>
                      <a:pt x="425" y="3935"/>
                    </a:lnTo>
                    <a:lnTo>
                      <a:pt x="756" y="3792"/>
                    </a:lnTo>
                    <a:lnTo>
                      <a:pt x="943" y="3734"/>
                    </a:lnTo>
                    <a:lnTo>
                      <a:pt x="1119" y="3691"/>
                    </a:lnTo>
                    <a:lnTo>
                      <a:pt x="1306" y="3656"/>
                    </a:lnTo>
                    <a:cubicBezTo>
                      <a:pt x="1347" y="3646"/>
                      <a:pt x="1389" y="3637"/>
                      <a:pt x="1430" y="3627"/>
                    </a:cubicBezTo>
                    <a:lnTo>
                      <a:pt x="1606" y="3606"/>
                    </a:lnTo>
                    <a:lnTo>
                      <a:pt x="1855" y="3556"/>
                    </a:lnTo>
                    <a:lnTo>
                      <a:pt x="2135" y="3513"/>
                    </a:lnTo>
                    <a:lnTo>
                      <a:pt x="2456" y="3470"/>
                    </a:lnTo>
                    <a:lnTo>
                      <a:pt x="2819" y="3420"/>
                    </a:lnTo>
                    <a:lnTo>
                      <a:pt x="3596" y="3291"/>
                    </a:lnTo>
                    <a:lnTo>
                      <a:pt x="4000" y="3241"/>
                    </a:lnTo>
                    <a:lnTo>
                      <a:pt x="4829" y="3112"/>
                    </a:lnTo>
                    <a:lnTo>
                      <a:pt x="5212" y="3055"/>
                    </a:lnTo>
                    <a:lnTo>
                      <a:pt x="5585" y="2998"/>
                    </a:lnTo>
                    <a:lnTo>
                      <a:pt x="5938" y="2955"/>
                    </a:lnTo>
                    <a:lnTo>
                      <a:pt x="6259" y="2897"/>
                    </a:lnTo>
                    <a:lnTo>
                      <a:pt x="6528" y="2862"/>
                    </a:lnTo>
                    <a:lnTo>
                      <a:pt x="6756" y="2833"/>
                    </a:lnTo>
                    <a:lnTo>
                      <a:pt x="6922" y="2804"/>
                    </a:lnTo>
                    <a:cubicBezTo>
                      <a:pt x="6957" y="2802"/>
                      <a:pt x="26100" y="2"/>
                      <a:pt x="26135" y="0"/>
                    </a:cubicBezTo>
                    <a:cubicBezTo>
                      <a:pt x="26227" y="3193"/>
                      <a:pt x="25991" y="6442"/>
                      <a:pt x="26083" y="9635"/>
                    </a:cubicBez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2" name="Freeform 10"/>
              <p:cNvSpPr>
                <a:spLocks/>
              </p:cNvSpPr>
              <p:nvPr/>
            </p:nvSpPr>
            <p:spPr bwMode="auto">
              <a:xfrm>
                <a:off x="4591050" y="4454525"/>
                <a:ext cx="617537" cy="644525"/>
              </a:xfrm>
              <a:custGeom>
                <a:avLst/>
                <a:gdLst/>
                <a:ahLst/>
                <a:cxnLst>
                  <a:cxn ang="0">
                    <a:pos x="257" y="0"/>
                  </a:cxn>
                  <a:cxn ang="0">
                    <a:pos x="281" y="2"/>
                  </a:cxn>
                  <a:cxn ang="0">
                    <a:pos x="304" y="9"/>
                  </a:cxn>
                  <a:cxn ang="0">
                    <a:pos x="325" y="20"/>
                  </a:cxn>
                  <a:cxn ang="0">
                    <a:pos x="345" y="33"/>
                  </a:cxn>
                  <a:cxn ang="0">
                    <a:pos x="363" y="52"/>
                  </a:cxn>
                  <a:cxn ang="0">
                    <a:pos x="376" y="73"/>
                  </a:cxn>
                  <a:cxn ang="0">
                    <a:pos x="385" y="97"/>
                  </a:cxn>
                  <a:cxn ang="0">
                    <a:pos x="389" y="122"/>
                  </a:cxn>
                  <a:cxn ang="0">
                    <a:pos x="387" y="148"/>
                  </a:cxn>
                  <a:cxn ang="0">
                    <a:pos x="383" y="171"/>
                  </a:cxn>
                  <a:cxn ang="0">
                    <a:pos x="373" y="194"/>
                  </a:cxn>
                  <a:cxn ang="0">
                    <a:pos x="358" y="214"/>
                  </a:cxn>
                  <a:cxn ang="0">
                    <a:pos x="328" y="247"/>
                  </a:cxn>
                  <a:cxn ang="0">
                    <a:pos x="225" y="364"/>
                  </a:cxn>
                  <a:cxn ang="0">
                    <a:pos x="205" y="381"/>
                  </a:cxn>
                  <a:cxn ang="0">
                    <a:pos x="183" y="395"/>
                  </a:cxn>
                  <a:cxn ang="0">
                    <a:pos x="158" y="404"/>
                  </a:cxn>
                  <a:cxn ang="0">
                    <a:pos x="132" y="406"/>
                  </a:cxn>
                  <a:cxn ang="0">
                    <a:pos x="108" y="404"/>
                  </a:cxn>
                  <a:cxn ang="0">
                    <a:pos x="84" y="397"/>
                  </a:cxn>
                  <a:cxn ang="0">
                    <a:pos x="63" y="386"/>
                  </a:cxn>
                  <a:cxn ang="0">
                    <a:pos x="43" y="373"/>
                  </a:cxn>
                  <a:cxn ang="0">
                    <a:pos x="26" y="354"/>
                  </a:cxn>
                  <a:cxn ang="0">
                    <a:pos x="12" y="332"/>
                  </a:cxn>
                  <a:cxn ang="0">
                    <a:pos x="4" y="308"/>
                  </a:cxn>
                  <a:cxn ang="0">
                    <a:pos x="0" y="283"/>
                  </a:cxn>
                  <a:cxn ang="0">
                    <a:pos x="1" y="258"/>
                  </a:cxn>
                  <a:cxn ang="0">
                    <a:pos x="6" y="235"/>
                  </a:cxn>
                  <a:cxn ang="0">
                    <a:pos x="16" y="212"/>
                  </a:cxn>
                  <a:cxn ang="0">
                    <a:pos x="31" y="193"/>
                  </a:cxn>
                  <a:cxn ang="0">
                    <a:pos x="137" y="73"/>
                  </a:cxn>
                  <a:cxn ang="0">
                    <a:pos x="164" y="41"/>
                  </a:cxn>
                  <a:cxn ang="0">
                    <a:pos x="184" y="24"/>
                  </a:cxn>
                  <a:cxn ang="0">
                    <a:pos x="206" y="11"/>
                  </a:cxn>
                  <a:cxn ang="0">
                    <a:pos x="231" y="2"/>
                  </a:cxn>
                  <a:cxn ang="0">
                    <a:pos x="257" y="0"/>
                  </a:cxn>
                </a:cxnLst>
                <a:rect l="0" t="0" r="r" b="b"/>
                <a:pathLst>
                  <a:path w="389" h="406">
                    <a:moveTo>
                      <a:pt x="257" y="0"/>
                    </a:moveTo>
                    <a:lnTo>
                      <a:pt x="281" y="2"/>
                    </a:lnTo>
                    <a:lnTo>
                      <a:pt x="304" y="9"/>
                    </a:lnTo>
                    <a:lnTo>
                      <a:pt x="325" y="20"/>
                    </a:lnTo>
                    <a:lnTo>
                      <a:pt x="345" y="33"/>
                    </a:lnTo>
                    <a:lnTo>
                      <a:pt x="363" y="52"/>
                    </a:lnTo>
                    <a:lnTo>
                      <a:pt x="376" y="73"/>
                    </a:lnTo>
                    <a:lnTo>
                      <a:pt x="385" y="97"/>
                    </a:lnTo>
                    <a:lnTo>
                      <a:pt x="389" y="122"/>
                    </a:lnTo>
                    <a:lnTo>
                      <a:pt x="387" y="148"/>
                    </a:lnTo>
                    <a:lnTo>
                      <a:pt x="383" y="171"/>
                    </a:lnTo>
                    <a:lnTo>
                      <a:pt x="373" y="194"/>
                    </a:lnTo>
                    <a:lnTo>
                      <a:pt x="358" y="214"/>
                    </a:lnTo>
                    <a:lnTo>
                      <a:pt x="328" y="247"/>
                    </a:lnTo>
                    <a:lnTo>
                      <a:pt x="225" y="364"/>
                    </a:lnTo>
                    <a:lnTo>
                      <a:pt x="205" y="381"/>
                    </a:lnTo>
                    <a:lnTo>
                      <a:pt x="183" y="395"/>
                    </a:lnTo>
                    <a:lnTo>
                      <a:pt x="158" y="404"/>
                    </a:lnTo>
                    <a:lnTo>
                      <a:pt x="132" y="406"/>
                    </a:lnTo>
                    <a:lnTo>
                      <a:pt x="108" y="404"/>
                    </a:lnTo>
                    <a:lnTo>
                      <a:pt x="84" y="397"/>
                    </a:lnTo>
                    <a:lnTo>
                      <a:pt x="63" y="386"/>
                    </a:lnTo>
                    <a:lnTo>
                      <a:pt x="43" y="373"/>
                    </a:lnTo>
                    <a:lnTo>
                      <a:pt x="26" y="354"/>
                    </a:lnTo>
                    <a:lnTo>
                      <a:pt x="12" y="332"/>
                    </a:lnTo>
                    <a:lnTo>
                      <a:pt x="4" y="308"/>
                    </a:lnTo>
                    <a:lnTo>
                      <a:pt x="0" y="283"/>
                    </a:lnTo>
                    <a:lnTo>
                      <a:pt x="1" y="258"/>
                    </a:lnTo>
                    <a:lnTo>
                      <a:pt x="6" y="235"/>
                    </a:lnTo>
                    <a:lnTo>
                      <a:pt x="16" y="212"/>
                    </a:lnTo>
                    <a:lnTo>
                      <a:pt x="31" y="193"/>
                    </a:lnTo>
                    <a:lnTo>
                      <a:pt x="137" y="73"/>
                    </a:lnTo>
                    <a:lnTo>
                      <a:pt x="164" y="41"/>
                    </a:lnTo>
                    <a:lnTo>
                      <a:pt x="184" y="24"/>
                    </a:lnTo>
                    <a:lnTo>
                      <a:pt x="206" y="11"/>
                    </a:lnTo>
                    <a:lnTo>
                      <a:pt x="231" y="2"/>
                    </a:lnTo>
                    <a:lnTo>
                      <a:pt x="257"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3" name="Freeform 11"/>
              <p:cNvSpPr>
                <a:spLocks/>
              </p:cNvSpPr>
              <p:nvPr/>
            </p:nvSpPr>
            <p:spPr bwMode="auto">
              <a:xfrm>
                <a:off x="4259263" y="4144963"/>
                <a:ext cx="541337" cy="563563"/>
              </a:xfrm>
              <a:custGeom>
                <a:avLst/>
                <a:gdLst/>
                <a:ahLst/>
                <a:cxnLst>
                  <a:cxn ang="0">
                    <a:pos x="219" y="0"/>
                  </a:cxn>
                  <a:cxn ang="0">
                    <a:pos x="249" y="4"/>
                  </a:cxn>
                  <a:cxn ang="0">
                    <a:pos x="275" y="15"/>
                  </a:cxn>
                  <a:cxn ang="0">
                    <a:pos x="300" y="32"/>
                  </a:cxn>
                  <a:cxn ang="0">
                    <a:pos x="316" y="50"/>
                  </a:cxn>
                  <a:cxn ang="0">
                    <a:pos x="328" y="68"/>
                  </a:cxn>
                  <a:cxn ang="0">
                    <a:pos x="337" y="89"/>
                  </a:cxn>
                  <a:cxn ang="0">
                    <a:pos x="341" y="112"/>
                  </a:cxn>
                  <a:cxn ang="0">
                    <a:pos x="341" y="133"/>
                  </a:cxn>
                  <a:cxn ang="0">
                    <a:pos x="336" y="154"/>
                  </a:cxn>
                  <a:cxn ang="0">
                    <a:pos x="328" y="173"/>
                  </a:cxn>
                  <a:cxn ang="0">
                    <a:pos x="316" y="190"/>
                  </a:cxn>
                  <a:cxn ang="0">
                    <a:pos x="291" y="219"/>
                  </a:cxn>
                  <a:cxn ang="0">
                    <a:pos x="199" y="322"/>
                  </a:cxn>
                  <a:cxn ang="0">
                    <a:pos x="183" y="335"/>
                  </a:cxn>
                  <a:cxn ang="0">
                    <a:pos x="166" y="347"/>
                  </a:cxn>
                  <a:cxn ang="0">
                    <a:pos x="144" y="353"/>
                  </a:cxn>
                  <a:cxn ang="0">
                    <a:pos x="122" y="355"/>
                  </a:cxn>
                  <a:cxn ang="0">
                    <a:pos x="101" y="353"/>
                  </a:cxn>
                  <a:cxn ang="0">
                    <a:pos x="80" y="347"/>
                  </a:cxn>
                  <a:cxn ang="0">
                    <a:pos x="60" y="337"/>
                  </a:cxn>
                  <a:cxn ang="0">
                    <a:pos x="41" y="323"/>
                  </a:cxn>
                  <a:cxn ang="0">
                    <a:pos x="25" y="306"/>
                  </a:cxn>
                  <a:cxn ang="0">
                    <a:pos x="13" y="287"/>
                  </a:cxn>
                  <a:cxn ang="0">
                    <a:pos x="4" y="267"/>
                  </a:cxn>
                  <a:cxn ang="0">
                    <a:pos x="0" y="245"/>
                  </a:cxn>
                  <a:cxn ang="0">
                    <a:pos x="0" y="222"/>
                  </a:cxn>
                  <a:cxn ang="0">
                    <a:pos x="5" y="202"/>
                  </a:cxn>
                  <a:cxn ang="0">
                    <a:pos x="13" y="184"/>
                  </a:cxn>
                  <a:cxn ang="0">
                    <a:pos x="25" y="166"/>
                  </a:cxn>
                  <a:cxn ang="0">
                    <a:pos x="118" y="61"/>
                  </a:cxn>
                  <a:cxn ang="0">
                    <a:pos x="142" y="35"/>
                  </a:cxn>
                  <a:cxn ang="0">
                    <a:pos x="157" y="20"/>
                  </a:cxn>
                  <a:cxn ang="0">
                    <a:pos x="175" y="9"/>
                  </a:cxn>
                  <a:cxn ang="0">
                    <a:pos x="197" y="2"/>
                  </a:cxn>
                  <a:cxn ang="0">
                    <a:pos x="219" y="0"/>
                  </a:cxn>
                </a:cxnLst>
                <a:rect l="0" t="0" r="r" b="b"/>
                <a:pathLst>
                  <a:path w="341" h="355">
                    <a:moveTo>
                      <a:pt x="219" y="0"/>
                    </a:moveTo>
                    <a:lnTo>
                      <a:pt x="249" y="4"/>
                    </a:lnTo>
                    <a:lnTo>
                      <a:pt x="275" y="15"/>
                    </a:lnTo>
                    <a:lnTo>
                      <a:pt x="300" y="32"/>
                    </a:lnTo>
                    <a:lnTo>
                      <a:pt x="316" y="50"/>
                    </a:lnTo>
                    <a:lnTo>
                      <a:pt x="328" y="68"/>
                    </a:lnTo>
                    <a:lnTo>
                      <a:pt x="337" y="89"/>
                    </a:lnTo>
                    <a:lnTo>
                      <a:pt x="341" y="112"/>
                    </a:lnTo>
                    <a:lnTo>
                      <a:pt x="341" y="133"/>
                    </a:lnTo>
                    <a:lnTo>
                      <a:pt x="336" y="154"/>
                    </a:lnTo>
                    <a:lnTo>
                      <a:pt x="328" y="173"/>
                    </a:lnTo>
                    <a:lnTo>
                      <a:pt x="316" y="190"/>
                    </a:lnTo>
                    <a:lnTo>
                      <a:pt x="291" y="219"/>
                    </a:lnTo>
                    <a:lnTo>
                      <a:pt x="199" y="322"/>
                    </a:lnTo>
                    <a:lnTo>
                      <a:pt x="183" y="335"/>
                    </a:lnTo>
                    <a:lnTo>
                      <a:pt x="166" y="347"/>
                    </a:lnTo>
                    <a:lnTo>
                      <a:pt x="144" y="353"/>
                    </a:lnTo>
                    <a:lnTo>
                      <a:pt x="122" y="355"/>
                    </a:lnTo>
                    <a:lnTo>
                      <a:pt x="101" y="353"/>
                    </a:lnTo>
                    <a:lnTo>
                      <a:pt x="80" y="347"/>
                    </a:lnTo>
                    <a:lnTo>
                      <a:pt x="60" y="337"/>
                    </a:lnTo>
                    <a:lnTo>
                      <a:pt x="41" y="323"/>
                    </a:lnTo>
                    <a:lnTo>
                      <a:pt x="25" y="306"/>
                    </a:lnTo>
                    <a:lnTo>
                      <a:pt x="13" y="287"/>
                    </a:lnTo>
                    <a:lnTo>
                      <a:pt x="4" y="267"/>
                    </a:lnTo>
                    <a:lnTo>
                      <a:pt x="0" y="245"/>
                    </a:lnTo>
                    <a:lnTo>
                      <a:pt x="0" y="222"/>
                    </a:lnTo>
                    <a:lnTo>
                      <a:pt x="5" y="202"/>
                    </a:lnTo>
                    <a:lnTo>
                      <a:pt x="13" y="184"/>
                    </a:lnTo>
                    <a:lnTo>
                      <a:pt x="25" y="166"/>
                    </a:lnTo>
                    <a:lnTo>
                      <a:pt x="118" y="61"/>
                    </a:lnTo>
                    <a:lnTo>
                      <a:pt x="142" y="35"/>
                    </a:lnTo>
                    <a:lnTo>
                      <a:pt x="157" y="20"/>
                    </a:lnTo>
                    <a:lnTo>
                      <a:pt x="175" y="9"/>
                    </a:lnTo>
                    <a:lnTo>
                      <a:pt x="197" y="2"/>
                    </a:lnTo>
                    <a:lnTo>
                      <a:pt x="21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4" name="Freeform 12"/>
              <p:cNvSpPr>
                <a:spLocks/>
              </p:cNvSpPr>
              <p:nvPr/>
            </p:nvSpPr>
            <p:spPr bwMode="auto">
              <a:xfrm>
                <a:off x="5422900" y="5160963"/>
                <a:ext cx="439737" cy="466725"/>
              </a:xfrm>
              <a:custGeom>
                <a:avLst/>
                <a:gdLst/>
                <a:ahLst/>
                <a:cxnLst>
                  <a:cxn ang="0">
                    <a:pos x="178" y="0"/>
                  </a:cxn>
                  <a:cxn ang="0">
                    <a:pos x="201" y="2"/>
                  </a:cxn>
                  <a:cxn ang="0">
                    <a:pos x="222" y="11"/>
                  </a:cxn>
                  <a:cxn ang="0">
                    <a:pos x="242" y="25"/>
                  </a:cxn>
                  <a:cxn ang="0">
                    <a:pos x="260" y="43"/>
                  </a:cxn>
                  <a:cxn ang="0">
                    <a:pos x="271" y="64"/>
                  </a:cxn>
                  <a:cxn ang="0">
                    <a:pos x="277" y="87"/>
                  </a:cxn>
                  <a:cxn ang="0">
                    <a:pos x="277" y="110"/>
                  </a:cxn>
                  <a:cxn ang="0">
                    <a:pos x="272" y="131"/>
                  </a:cxn>
                  <a:cxn ang="0">
                    <a:pos x="260" y="151"/>
                  </a:cxn>
                  <a:cxn ang="0">
                    <a:pos x="227" y="189"/>
                  </a:cxn>
                  <a:cxn ang="0">
                    <a:pos x="164" y="264"/>
                  </a:cxn>
                  <a:cxn ang="0">
                    <a:pos x="150" y="277"/>
                  </a:cxn>
                  <a:cxn ang="0">
                    <a:pos x="135" y="287"/>
                  </a:cxn>
                  <a:cxn ang="0">
                    <a:pos x="118" y="292"/>
                  </a:cxn>
                  <a:cxn ang="0">
                    <a:pos x="99" y="294"/>
                  </a:cxn>
                  <a:cxn ang="0">
                    <a:pos x="76" y="292"/>
                  </a:cxn>
                  <a:cxn ang="0">
                    <a:pos x="55" y="283"/>
                  </a:cxn>
                  <a:cxn ang="0">
                    <a:pos x="35" y="269"/>
                  </a:cxn>
                  <a:cxn ang="0">
                    <a:pos x="19" y="251"/>
                  </a:cxn>
                  <a:cxn ang="0">
                    <a:pos x="6" y="230"/>
                  </a:cxn>
                  <a:cxn ang="0">
                    <a:pos x="0" y="206"/>
                  </a:cxn>
                  <a:cxn ang="0">
                    <a:pos x="0" y="182"/>
                  </a:cxn>
                  <a:cxn ang="0">
                    <a:pos x="6" y="161"/>
                  </a:cxn>
                  <a:cxn ang="0">
                    <a:pos x="19" y="143"/>
                  </a:cxn>
                  <a:cxn ang="0">
                    <a:pos x="87" y="61"/>
                  </a:cxn>
                  <a:cxn ang="0">
                    <a:pos x="114" y="28"/>
                  </a:cxn>
                  <a:cxn ang="0">
                    <a:pos x="127" y="17"/>
                  </a:cxn>
                  <a:cxn ang="0">
                    <a:pos x="142" y="7"/>
                  </a:cxn>
                  <a:cxn ang="0">
                    <a:pos x="159" y="2"/>
                  </a:cxn>
                  <a:cxn ang="0">
                    <a:pos x="178" y="0"/>
                  </a:cxn>
                </a:cxnLst>
                <a:rect l="0" t="0" r="r" b="b"/>
                <a:pathLst>
                  <a:path w="277" h="294">
                    <a:moveTo>
                      <a:pt x="178" y="0"/>
                    </a:moveTo>
                    <a:lnTo>
                      <a:pt x="201" y="2"/>
                    </a:lnTo>
                    <a:lnTo>
                      <a:pt x="222" y="11"/>
                    </a:lnTo>
                    <a:lnTo>
                      <a:pt x="242" y="25"/>
                    </a:lnTo>
                    <a:lnTo>
                      <a:pt x="260" y="43"/>
                    </a:lnTo>
                    <a:lnTo>
                      <a:pt x="271" y="64"/>
                    </a:lnTo>
                    <a:lnTo>
                      <a:pt x="277" y="87"/>
                    </a:lnTo>
                    <a:lnTo>
                      <a:pt x="277" y="110"/>
                    </a:lnTo>
                    <a:lnTo>
                      <a:pt x="272" y="131"/>
                    </a:lnTo>
                    <a:lnTo>
                      <a:pt x="260" y="151"/>
                    </a:lnTo>
                    <a:lnTo>
                      <a:pt x="227" y="189"/>
                    </a:lnTo>
                    <a:lnTo>
                      <a:pt x="164" y="264"/>
                    </a:lnTo>
                    <a:lnTo>
                      <a:pt x="150" y="277"/>
                    </a:lnTo>
                    <a:lnTo>
                      <a:pt x="135" y="287"/>
                    </a:lnTo>
                    <a:lnTo>
                      <a:pt x="118" y="292"/>
                    </a:lnTo>
                    <a:lnTo>
                      <a:pt x="99" y="294"/>
                    </a:lnTo>
                    <a:lnTo>
                      <a:pt x="76" y="292"/>
                    </a:lnTo>
                    <a:lnTo>
                      <a:pt x="55" y="283"/>
                    </a:lnTo>
                    <a:lnTo>
                      <a:pt x="35" y="269"/>
                    </a:lnTo>
                    <a:lnTo>
                      <a:pt x="19" y="251"/>
                    </a:lnTo>
                    <a:lnTo>
                      <a:pt x="6" y="230"/>
                    </a:lnTo>
                    <a:lnTo>
                      <a:pt x="0" y="206"/>
                    </a:lnTo>
                    <a:lnTo>
                      <a:pt x="0" y="182"/>
                    </a:lnTo>
                    <a:lnTo>
                      <a:pt x="6" y="161"/>
                    </a:lnTo>
                    <a:lnTo>
                      <a:pt x="19" y="143"/>
                    </a:lnTo>
                    <a:lnTo>
                      <a:pt x="87" y="61"/>
                    </a:lnTo>
                    <a:lnTo>
                      <a:pt x="114" y="28"/>
                    </a:lnTo>
                    <a:lnTo>
                      <a:pt x="127" y="17"/>
                    </a:lnTo>
                    <a:lnTo>
                      <a:pt x="142" y="7"/>
                    </a:lnTo>
                    <a:lnTo>
                      <a:pt x="159" y="2"/>
                    </a:lnTo>
                    <a:lnTo>
                      <a:pt x="178"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15" name="Freeform 13"/>
              <p:cNvSpPr>
                <a:spLocks/>
              </p:cNvSpPr>
              <p:nvPr/>
            </p:nvSpPr>
            <p:spPr bwMode="auto">
              <a:xfrm>
                <a:off x="4991100" y="4835525"/>
                <a:ext cx="561975" cy="582613"/>
              </a:xfrm>
              <a:custGeom>
                <a:avLst/>
                <a:gdLst/>
                <a:ahLst/>
                <a:cxnLst>
                  <a:cxn ang="0">
                    <a:pos x="232" y="0"/>
                  </a:cxn>
                  <a:cxn ang="0">
                    <a:pos x="255" y="2"/>
                  </a:cxn>
                  <a:cxn ang="0">
                    <a:pos x="276" y="7"/>
                  </a:cxn>
                  <a:cxn ang="0">
                    <a:pos x="296" y="17"/>
                  </a:cxn>
                  <a:cxn ang="0">
                    <a:pos x="313" y="30"/>
                  </a:cxn>
                  <a:cxn ang="0">
                    <a:pos x="332" y="49"/>
                  </a:cxn>
                  <a:cxn ang="0">
                    <a:pos x="344" y="73"/>
                  </a:cxn>
                  <a:cxn ang="0">
                    <a:pos x="352" y="98"/>
                  </a:cxn>
                  <a:cxn ang="0">
                    <a:pos x="354" y="123"/>
                  </a:cxn>
                  <a:cxn ang="0">
                    <a:pos x="350" y="148"/>
                  </a:cxn>
                  <a:cxn ang="0">
                    <a:pos x="342" y="172"/>
                  </a:cxn>
                  <a:cxn ang="0">
                    <a:pos x="327" y="194"/>
                  </a:cxn>
                  <a:cxn ang="0">
                    <a:pos x="306" y="216"/>
                  </a:cxn>
                  <a:cxn ang="0">
                    <a:pos x="204" y="331"/>
                  </a:cxn>
                  <a:cxn ang="0">
                    <a:pos x="186" y="348"/>
                  </a:cxn>
                  <a:cxn ang="0">
                    <a:pos x="167" y="359"/>
                  </a:cxn>
                  <a:cxn ang="0">
                    <a:pos x="144" y="365"/>
                  </a:cxn>
                  <a:cxn ang="0">
                    <a:pos x="121" y="367"/>
                  </a:cxn>
                  <a:cxn ang="0">
                    <a:pos x="92" y="364"/>
                  </a:cxn>
                  <a:cxn ang="0">
                    <a:pos x="65" y="354"/>
                  </a:cxn>
                  <a:cxn ang="0">
                    <a:pos x="40" y="336"/>
                  </a:cxn>
                  <a:cxn ang="0">
                    <a:pos x="24" y="319"/>
                  </a:cxn>
                  <a:cxn ang="0">
                    <a:pos x="13" y="300"/>
                  </a:cxn>
                  <a:cxn ang="0">
                    <a:pos x="4" y="278"/>
                  </a:cxn>
                  <a:cxn ang="0">
                    <a:pos x="0" y="256"/>
                  </a:cxn>
                  <a:cxn ang="0">
                    <a:pos x="0" y="233"/>
                  </a:cxn>
                  <a:cxn ang="0">
                    <a:pos x="5" y="212"/>
                  </a:cxn>
                  <a:cxn ang="0">
                    <a:pos x="15" y="192"/>
                  </a:cxn>
                  <a:cxn ang="0">
                    <a:pos x="27" y="174"/>
                  </a:cxn>
                  <a:cxn ang="0">
                    <a:pos x="131" y="57"/>
                  </a:cxn>
                  <a:cxn ang="0">
                    <a:pos x="149" y="36"/>
                  </a:cxn>
                  <a:cxn ang="0">
                    <a:pos x="167" y="20"/>
                  </a:cxn>
                  <a:cxn ang="0">
                    <a:pos x="186" y="8"/>
                  </a:cxn>
                  <a:cxn ang="0">
                    <a:pos x="209" y="2"/>
                  </a:cxn>
                  <a:cxn ang="0">
                    <a:pos x="232" y="0"/>
                  </a:cxn>
                </a:cxnLst>
                <a:rect l="0" t="0" r="r" b="b"/>
                <a:pathLst>
                  <a:path w="354" h="367">
                    <a:moveTo>
                      <a:pt x="232" y="0"/>
                    </a:moveTo>
                    <a:lnTo>
                      <a:pt x="255" y="2"/>
                    </a:lnTo>
                    <a:lnTo>
                      <a:pt x="276" y="7"/>
                    </a:lnTo>
                    <a:lnTo>
                      <a:pt x="296" y="17"/>
                    </a:lnTo>
                    <a:lnTo>
                      <a:pt x="313" y="30"/>
                    </a:lnTo>
                    <a:lnTo>
                      <a:pt x="332" y="49"/>
                    </a:lnTo>
                    <a:lnTo>
                      <a:pt x="344" y="73"/>
                    </a:lnTo>
                    <a:lnTo>
                      <a:pt x="352" y="98"/>
                    </a:lnTo>
                    <a:lnTo>
                      <a:pt x="354" y="123"/>
                    </a:lnTo>
                    <a:lnTo>
                      <a:pt x="350" y="148"/>
                    </a:lnTo>
                    <a:lnTo>
                      <a:pt x="342" y="172"/>
                    </a:lnTo>
                    <a:lnTo>
                      <a:pt x="327" y="194"/>
                    </a:lnTo>
                    <a:lnTo>
                      <a:pt x="306" y="216"/>
                    </a:lnTo>
                    <a:lnTo>
                      <a:pt x="204" y="331"/>
                    </a:lnTo>
                    <a:lnTo>
                      <a:pt x="186" y="348"/>
                    </a:lnTo>
                    <a:lnTo>
                      <a:pt x="167" y="359"/>
                    </a:lnTo>
                    <a:lnTo>
                      <a:pt x="144" y="365"/>
                    </a:lnTo>
                    <a:lnTo>
                      <a:pt x="121" y="367"/>
                    </a:lnTo>
                    <a:lnTo>
                      <a:pt x="92" y="364"/>
                    </a:lnTo>
                    <a:lnTo>
                      <a:pt x="65" y="354"/>
                    </a:lnTo>
                    <a:lnTo>
                      <a:pt x="40" y="336"/>
                    </a:lnTo>
                    <a:lnTo>
                      <a:pt x="24" y="319"/>
                    </a:lnTo>
                    <a:lnTo>
                      <a:pt x="13" y="300"/>
                    </a:lnTo>
                    <a:lnTo>
                      <a:pt x="4" y="278"/>
                    </a:lnTo>
                    <a:lnTo>
                      <a:pt x="0" y="256"/>
                    </a:lnTo>
                    <a:lnTo>
                      <a:pt x="0" y="233"/>
                    </a:lnTo>
                    <a:lnTo>
                      <a:pt x="5" y="212"/>
                    </a:lnTo>
                    <a:lnTo>
                      <a:pt x="15" y="192"/>
                    </a:lnTo>
                    <a:lnTo>
                      <a:pt x="27" y="174"/>
                    </a:lnTo>
                    <a:lnTo>
                      <a:pt x="131" y="57"/>
                    </a:lnTo>
                    <a:lnTo>
                      <a:pt x="149" y="36"/>
                    </a:lnTo>
                    <a:lnTo>
                      <a:pt x="167" y="20"/>
                    </a:lnTo>
                    <a:lnTo>
                      <a:pt x="186" y="8"/>
                    </a:lnTo>
                    <a:lnTo>
                      <a:pt x="209" y="2"/>
                    </a:lnTo>
                    <a:lnTo>
                      <a:pt x="232"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grpSp>
      </p:grpSp>
      <p:cxnSp>
        <p:nvCxnSpPr>
          <p:cNvPr id="16" name="Straight Connector 15"/>
          <p:cNvCxnSpPr/>
          <p:nvPr/>
        </p:nvCxnSpPr>
        <p:spPr>
          <a:xfrm>
            <a:off x="345989" y="1036674"/>
            <a:ext cx="10815870" cy="5145"/>
          </a:xfrm>
          <a:prstGeom prst="line">
            <a:avLst/>
          </a:prstGeom>
          <a:ln w="9525">
            <a:solidFill>
              <a:schemeClr val="bg2">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5" name="Slide Number Placeholder 4"/>
          <p:cNvSpPr>
            <a:spLocks noGrp="1"/>
          </p:cNvSpPr>
          <p:nvPr>
            <p:ph type="sldNum" sz="quarter" idx="10"/>
          </p:nvPr>
        </p:nvSpPr>
        <p:spPr/>
        <p:txBody>
          <a:bodyPr/>
          <a:lstStyle/>
          <a:p>
            <a:pPr>
              <a:buClr>
                <a:srgbClr val="000000"/>
              </a:buClr>
            </a:pPr>
            <a:fld id="{F71C7896-8E11-4384-BFC5-C0974CDBC83D}" type="slidenum">
              <a:rPr lang="en-US" smtClean="0">
                <a:solidFill>
                  <a:srgbClr val="FFFFFF"/>
                </a:solidFill>
              </a:rPr>
              <a:pPr>
                <a:buClr>
                  <a:srgbClr val="000000"/>
                </a:buClr>
              </a:pPr>
              <a:t>33</a:t>
            </a:fld>
            <a:endParaRPr lang="en-US" dirty="0">
              <a:solidFill>
                <a:srgbClr val="FFFFFF"/>
              </a:solidFill>
            </a:endParaRPr>
          </a:p>
        </p:txBody>
      </p:sp>
    </p:spTree>
    <p:extLst>
      <p:ext uri="{BB962C8B-B14F-4D97-AF65-F5344CB8AC3E}">
        <p14:creationId xmlns:p14="http://schemas.microsoft.com/office/powerpoint/2010/main" val="249972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707693"/>
      </p:ext>
    </p:extLst>
  </p:cSld>
  <p:clrMapOvr>
    <a:masterClrMapping/>
  </p:clrMapOvr>
</p:sld>
</file>

<file path=ppt/theme/theme1.xml><?xml version="1.0" encoding="utf-8"?>
<a:theme xmlns:a="http://schemas.openxmlformats.org/drawingml/2006/main" name="41_blank">
  <a:themeElements>
    <a:clrScheme name="Custom 1">
      <a:dk1>
        <a:srgbClr val="000000"/>
      </a:dk1>
      <a:lt1>
        <a:srgbClr val="FFFFFF"/>
      </a:lt1>
      <a:dk2>
        <a:srgbClr val="000000"/>
      </a:dk2>
      <a:lt2>
        <a:srgbClr val="FFFFFF"/>
      </a:lt2>
      <a:accent1>
        <a:srgbClr val="FF8F27"/>
      </a:accent1>
      <a:accent2>
        <a:srgbClr val="D26400"/>
      </a:accent2>
      <a:accent3>
        <a:srgbClr val="6A9DC1"/>
      </a:accent3>
      <a:accent4>
        <a:srgbClr val="002C59"/>
      </a:accent4>
      <a:accent5>
        <a:srgbClr val="59595C"/>
      </a:accent5>
      <a:accent6>
        <a:srgbClr val="C00000"/>
      </a:accent6>
      <a:hlink>
        <a:srgbClr val="FFC000"/>
      </a:hlink>
      <a:folHlink>
        <a:srgbClr val="FFC000"/>
      </a:folHlink>
    </a:clrScheme>
    <a:fontScheme name="RUC30170">
      <a:majorFont>
        <a:latin typeface="Segoe UI"/>
        <a:ea typeface=""/>
        <a:cs typeface=""/>
      </a:majorFont>
      <a:minorFont>
        <a:latin typeface="Segoe UI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bwMode="auto">
        <a:noFill/>
        <a:ln w="9525">
          <a:noFill/>
          <a:miter lim="800000"/>
          <a:headEnd/>
          <a:tailEnd/>
        </a:ln>
        <a:effectLst/>
      </a:spPr>
      <a:bodyPr vert="horz" wrap="square" lIns="18288" tIns="18288" rIns="18288" bIns="18288" numCol="1" anchor="t" anchorCtr="0" compatLnSpc="1">
        <a:prstTxWarp prst="textNoShape">
          <a:avLst/>
        </a:prstTxWarp>
        <a:spAutoFit/>
      </a:bodyPr>
      <a:lstStyle>
        <a:defPPr marL="0" marR="0" indent="0" algn="l" defTabSz="914400" rtl="0" eaLnBrk="1" fontAlgn="base" latinLnBrk="0" hangingPunct="1">
          <a:lnSpc>
            <a:spcPct val="100000"/>
          </a:lnSpc>
          <a:spcBef>
            <a:spcPts val="300"/>
          </a:spcBef>
          <a:spcAft>
            <a:spcPts val="400"/>
          </a:spcAft>
          <a:buClr>
            <a:schemeClr val="accent5">
              <a:lumMod val="50000"/>
            </a:schemeClr>
          </a:buClr>
          <a:buSzTx/>
          <a:buFont typeface="Webdings" pitchFamily="18" charset="2"/>
          <a:buNone/>
          <a:tabLst/>
          <a:defRPr kumimoji="0" sz="2400" b="0" i="0" u="none" strike="noStrike" kern="0" cap="none" spc="0" normalizeH="0" baseline="0" noProof="0" smtClean="0">
            <a:ln>
              <a:noFill/>
            </a:ln>
            <a:solidFill>
              <a:schemeClr val="tx1"/>
            </a:solidFill>
            <a:effectLst/>
            <a:uLnTx/>
            <a:uFillTx/>
            <a:latin typeface="Calibri" pitchFamily="34" charset="0"/>
            <a:ea typeface="+mn-ea"/>
            <a:cs typeface="+mn-cs"/>
          </a:defRPr>
        </a:defPPr>
      </a:lstStyle>
    </a:txDef>
  </a:objectDefaults>
  <a:extraClrSchemeLst>
    <a:extraClrScheme>
      <a:clrScheme name="1_blank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1_blank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CC99FF"/>
        </a:folHlink>
      </a:clrScheme>
      <a:clrMap bg1="lt1" tx1="dk1" bg2="lt2" tx2="dk2" accent1="accent1" accent2="accent2" accent3="accent3" accent4="accent4" accent5="accent5" accent6="accent6" hlink="hlink" folHlink="folHlink"/>
    </a:extraClrScheme>
    <a:extraClrScheme>
      <a:clrScheme name="1_blank 6">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FFFFCC"/>
        </a:folHlink>
      </a:clrScheme>
      <a:clrMap bg1="lt1" tx1="dk1" bg2="lt2" tx2="dk2" accent1="accent1" accent2="accent2" accent3="accent3" accent4="accent4" accent5="accent5" accent6="accent6" hlink="hlink" folHlink="folHlink"/>
    </a:extraClrScheme>
    <a:extraClrScheme>
      <a:clrScheme name="1_blank 7">
        <a:dk1>
          <a:srgbClr val="000000"/>
        </a:dk1>
        <a:lt1>
          <a:srgbClr val="FFFFFF"/>
        </a:lt1>
        <a:dk2>
          <a:srgbClr val="204162"/>
        </a:dk2>
        <a:lt2>
          <a:srgbClr val="B2B2B2"/>
        </a:lt2>
        <a:accent1>
          <a:srgbClr val="336699"/>
        </a:accent1>
        <a:accent2>
          <a:srgbClr val="C0D5EA"/>
        </a:accent2>
        <a:accent3>
          <a:srgbClr val="FFFFFF"/>
        </a:accent3>
        <a:accent4>
          <a:srgbClr val="000000"/>
        </a:accent4>
        <a:accent5>
          <a:srgbClr val="ADB8CA"/>
        </a:accent5>
        <a:accent6>
          <a:srgbClr val="AEC1D4"/>
        </a:accent6>
        <a:hlink>
          <a:srgbClr val="99CC99"/>
        </a:hlink>
        <a:folHlink>
          <a:srgbClr val="478F47"/>
        </a:folHlink>
      </a:clrScheme>
      <a:clrMap bg1="lt1" tx1="dk1" bg2="lt2" tx2="dk2" accent1="accent1" accent2="accent2" accent3="accent3" accent4="accent4" accent5="accent5" accent6="accent6" hlink="hlink" folHlink="folHlink"/>
    </a:extraClrScheme>
    <a:extraClrScheme>
      <a:clrScheme name="1_blank 8">
        <a:dk1>
          <a:srgbClr val="00234C"/>
        </a:dk1>
        <a:lt1>
          <a:srgbClr val="FFFFFF"/>
        </a:lt1>
        <a:dk2>
          <a:srgbClr val="000000"/>
        </a:dk2>
        <a:lt2>
          <a:srgbClr val="5F5F5F"/>
        </a:lt2>
        <a:accent1>
          <a:srgbClr val="C0C0C0"/>
        </a:accent1>
        <a:accent2>
          <a:srgbClr val="808080"/>
        </a:accent2>
        <a:accent3>
          <a:srgbClr val="FFFFFF"/>
        </a:accent3>
        <a:accent4>
          <a:srgbClr val="001C4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9">
        <a:dk1>
          <a:srgbClr val="00234C"/>
        </a:dk1>
        <a:lt1>
          <a:srgbClr val="FFFFFF"/>
        </a:lt1>
        <a:dk2>
          <a:srgbClr val="00234C"/>
        </a:dk2>
        <a:lt2>
          <a:srgbClr val="5F5F5F"/>
        </a:lt2>
        <a:accent1>
          <a:srgbClr val="004B85"/>
        </a:accent1>
        <a:accent2>
          <a:srgbClr val="EEB30E"/>
        </a:accent2>
        <a:accent3>
          <a:srgbClr val="FFFFFF"/>
        </a:accent3>
        <a:accent4>
          <a:srgbClr val="001C40"/>
        </a:accent4>
        <a:accent5>
          <a:srgbClr val="AAB1C2"/>
        </a:accent5>
        <a:accent6>
          <a:srgbClr val="D8A20C"/>
        </a:accent6>
        <a:hlink>
          <a:srgbClr val="4F0044"/>
        </a:hlink>
        <a:folHlink>
          <a:srgbClr val="00554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3" id="{0BC3A5D7-479C-4A14-A374-95FA950DC914}" vid="{561ADACE-4298-4A10-8D87-BD03B5BBD0A1}"/>
    </a:ext>
  </a:extLst>
</a:theme>
</file>

<file path=ppt/theme/theme2.xml><?xml version="1.0" encoding="utf-8"?>
<a:theme xmlns:a="http://schemas.openxmlformats.org/drawingml/2006/main" name="blank">
  <a:themeElements>
    <a:clrScheme name="Custom 1">
      <a:dk1>
        <a:srgbClr val="000000"/>
      </a:dk1>
      <a:lt1>
        <a:srgbClr val="FFFFFF"/>
      </a:lt1>
      <a:dk2>
        <a:srgbClr val="000000"/>
      </a:dk2>
      <a:lt2>
        <a:srgbClr val="FFFFFF"/>
      </a:lt2>
      <a:accent1>
        <a:srgbClr val="FF8F27"/>
      </a:accent1>
      <a:accent2>
        <a:srgbClr val="D26400"/>
      </a:accent2>
      <a:accent3>
        <a:srgbClr val="6A9DC1"/>
      </a:accent3>
      <a:accent4>
        <a:srgbClr val="002C59"/>
      </a:accent4>
      <a:accent5>
        <a:srgbClr val="59595C"/>
      </a:accent5>
      <a:accent6>
        <a:srgbClr val="C00000"/>
      </a:accent6>
      <a:hlink>
        <a:srgbClr val="FFC000"/>
      </a:hlink>
      <a:folHlink>
        <a:srgbClr val="FFC000"/>
      </a:folHlink>
    </a:clrScheme>
    <a:fontScheme name="RUC30170">
      <a:majorFont>
        <a:latin typeface="Segoe UI"/>
        <a:ea typeface=""/>
        <a:cs typeface=""/>
      </a:majorFont>
      <a:minorFont>
        <a:latin typeface="Segoe UI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bwMode="auto">
        <a:noFill/>
        <a:ln w="9525">
          <a:noFill/>
          <a:miter lim="800000"/>
          <a:headEnd/>
          <a:tailEnd/>
        </a:ln>
        <a:effectLst/>
      </a:spPr>
      <a:bodyPr vert="horz" wrap="square" lIns="18288" tIns="18288" rIns="18288" bIns="18288" numCol="1" anchor="t" anchorCtr="0" compatLnSpc="1">
        <a:prstTxWarp prst="textNoShape">
          <a:avLst/>
        </a:prstTxWarp>
        <a:spAutoFit/>
      </a:bodyPr>
      <a:lstStyle>
        <a:defPPr marL="0" marR="0" indent="0" algn="l" defTabSz="914400" rtl="0" eaLnBrk="1" fontAlgn="base" latinLnBrk="0" hangingPunct="1">
          <a:lnSpc>
            <a:spcPct val="100000"/>
          </a:lnSpc>
          <a:spcBef>
            <a:spcPts val="300"/>
          </a:spcBef>
          <a:spcAft>
            <a:spcPts val="400"/>
          </a:spcAft>
          <a:buClr>
            <a:schemeClr val="accent5">
              <a:lumMod val="50000"/>
            </a:schemeClr>
          </a:buClr>
          <a:buSzTx/>
          <a:buFont typeface="Webdings" pitchFamily="18" charset="2"/>
          <a:buNone/>
          <a:tabLst/>
          <a:defRPr kumimoji="0" sz="2400" b="0" i="0" u="none" strike="noStrike" kern="0" cap="none" spc="0" normalizeH="0" baseline="0" noProof="0" smtClean="0">
            <a:ln>
              <a:noFill/>
            </a:ln>
            <a:solidFill>
              <a:schemeClr val="tx1"/>
            </a:solidFill>
            <a:effectLst/>
            <a:uLnTx/>
            <a:uFillTx/>
            <a:latin typeface="Calibri" pitchFamily="34" charset="0"/>
            <a:ea typeface="+mn-ea"/>
            <a:cs typeface="+mn-cs"/>
          </a:defRPr>
        </a:defPPr>
      </a:lstStyle>
    </a:txDef>
  </a:objectDefaults>
  <a:extraClrSchemeLst>
    <a:extraClrScheme>
      <a:clrScheme name="1_blank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1_blank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CC99FF"/>
        </a:folHlink>
      </a:clrScheme>
      <a:clrMap bg1="lt1" tx1="dk1" bg2="lt2" tx2="dk2" accent1="accent1" accent2="accent2" accent3="accent3" accent4="accent4" accent5="accent5" accent6="accent6" hlink="hlink" folHlink="folHlink"/>
    </a:extraClrScheme>
    <a:extraClrScheme>
      <a:clrScheme name="1_blank 6">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FFFFCC"/>
        </a:folHlink>
      </a:clrScheme>
      <a:clrMap bg1="lt1" tx1="dk1" bg2="lt2" tx2="dk2" accent1="accent1" accent2="accent2" accent3="accent3" accent4="accent4" accent5="accent5" accent6="accent6" hlink="hlink" folHlink="folHlink"/>
    </a:extraClrScheme>
    <a:extraClrScheme>
      <a:clrScheme name="1_blank 7">
        <a:dk1>
          <a:srgbClr val="000000"/>
        </a:dk1>
        <a:lt1>
          <a:srgbClr val="FFFFFF"/>
        </a:lt1>
        <a:dk2>
          <a:srgbClr val="204162"/>
        </a:dk2>
        <a:lt2>
          <a:srgbClr val="B2B2B2"/>
        </a:lt2>
        <a:accent1>
          <a:srgbClr val="336699"/>
        </a:accent1>
        <a:accent2>
          <a:srgbClr val="C0D5EA"/>
        </a:accent2>
        <a:accent3>
          <a:srgbClr val="FFFFFF"/>
        </a:accent3>
        <a:accent4>
          <a:srgbClr val="000000"/>
        </a:accent4>
        <a:accent5>
          <a:srgbClr val="ADB8CA"/>
        </a:accent5>
        <a:accent6>
          <a:srgbClr val="AEC1D4"/>
        </a:accent6>
        <a:hlink>
          <a:srgbClr val="99CC99"/>
        </a:hlink>
        <a:folHlink>
          <a:srgbClr val="478F47"/>
        </a:folHlink>
      </a:clrScheme>
      <a:clrMap bg1="lt1" tx1="dk1" bg2="lt2" tx2="dk2" accent1="accent1" accent2="accent2" accent3="accent3" accent4="accent4" accent5="accent5" accent6="accent6" hlink="hlink" folHlink="folHlink"/>
    </a:extraClrScheme>
    <a:extraClrScheme>
      <a:clrScheme name="1_blank 8">
        <a:dk1>
          <a:srgbClr val="00234C"/>
        </a:dk1>
        <a:lt1>
          <a:srgbClr val="FFFFFF"/>
        </a:lt1>
        <a:dk2>
          <a:srgbClr val="000000"/>
        </a:dk2>
        <a:lt2>
          <a:srgbClr val="5F5F5F"/>
        </a:lt2>
        <a:accent1>
          <a:srgbClr val="C0C0C0"/>
        </a:accent1>
        <a:accent2>
          <a:srgbClr val="808080"/>
        </a:accent2>
        <a:accent3>
          <a:srgbClr val="FFFFFF"/>
        </a:accent3>
        <a:accent4>
          <a:srgbClr val="001C4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9">
        <a:dk1>
          <a:srgbClr val="00234C"/>
        </a:dk1>
        <a:lt1>
          <a:srgbClr val="FFFFFF"/>
        </a:lt1>
        <a:dk2>
          <a:srgbClr val="00234C"/>
        </a:dk2>
        <a:lt2>
          <a:srgbClr val="5F5F5F"/>
        </a:lt2>
        <a:accent1>
          <a:srgbClr val="004B85"/>
        </a:accent1>
        <a:accent2>
          <a:srgbClr val="EEB30E"/>
        </a:accent2>
        <a:accent3>
          <a:srgbClr val="FFFFFF"/>
        </a:accent3>
        <a:accent4>
          <a:srgbClr val="001C40"/>
        </a:accent4>
        <a:accent5>
          <a:srgbClr val="AAB1C2"/>
        </a:accent5>
        <a:accent6>
          <a:srgbClr val="D8A20C"/>
        </a:accent6>
        <a:hlink>
          <a:srgbClr val="4F0044"/>
        </a:hlink>
        <a:folHlink>
          <a:srgbClr val="00554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3" id="{0BC3A5D7-479C-4A14-A374-95FA950DC914}" vid="{561ADACE-4298-4A10-8D87-BD03B5BBD0A1}"/>
    </a:ext>
  </a:extLst>
</a:theme>
</file>

<file path=ppt/theme/theme3.xml><?xml version="1.0" encoding="utf-8"?>
<a:theme xmlns:a="http://schemas.openxmlformats.org/drawingml/2006/main" name="12_blank">
  <a:themeElements>
    <a:clrScheme name="Custom 1">
      <a:dk1>
        <a:srgbClr val="000000"/>
      </a:dk1>
      <a:lt1>
        <a:srgbClr val="FFFFFF"/>
      </a:lt1>
      <a:dk2>
        <a:srgbClr val="000000"/>
      </a:dk2>
      <a:lt2>
        <a:srgbClr val="FFFFFF"/>
      </a:lt2>
      <a:accent1>
        <a:srgbClr val="FF8F27"/>
      </a:accent1>
      <a:accent2>
        <a:srgbClr val="D26400"/>
      </a:accent2>
      <a:accent3>
        <a:srgbClr val="6A9DC1"/>
      </a:accent3>
      <a:accent4>
        <a:srgbClr val="002C59"/>
      </a:accent4>
      <a:accent5>
        <a:srgbClr val="59595C"/>
      </a:accent5>
      <a:accent6>
        <a:srgbClr val="C00000"/>
      </a:accent6>
      <a:hlink>
        <a:srgbClr val="FFC000"/>
      </a:hlink>
      <a:folHlink>
        <a:srgbClr val="FFC000"/>
      </a:folHlink>
    </a:clrScheme>
    <a:fontScheme name="RUC30170">
      <a:majorFont>
        <a:latin typeface="Segoe UI"/>
        <a:ea typeface=""/>
        <a:cs typeface=""/>
      </a:majorFont>
      <a:minorFont>
        <a:latin typeface="Segoe UI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bwMode="auto">
        <a:noFill/>
        <a:ln w="9525">
          <a:noFill/>
          <a:miter lim="800000"/>
          <a:headEnd/>
          <a:tailEnd/>
        </a:ln>
        <a:effectLst/>
      </a:spPr>
      <a:bodyPr vert="horz" wrap="square" lIns="18288" tIns="18288" rIns="18288" bIns="18288" numCol="1" anchor="t" anchorCtr="0" compatLnSpc="1">
        <a:prstTxWarp prst="textNoShape">
          <a:avLst/>
        </a:prstTxWarp>
        <a:spAutoFit/>
      </a:bodyPr>
      <a:lstStyle>
        <a:defPPr marL="0" marR="0" indent="0" algn="l" defTabSz="914400" rtl="0" eaLnBrk="1" fontAlgn="base" latinLnBrk="0" hangingPunct="1">
          <a:lnSpc>
            <a:spcPct val="100000"/>
          </a:lnSpc>
          <a:spcBef>
            <a:spcPts val="300"/>
          </a:spcBef>
          <a:spcAft>
            <a:spcPts val="400"/>
          </a:spcAft>
          <a:buClr>
            <a:schemeClr val="accent5">
              <a:lumMod val="50000"/>
            </a:schemeClr>
          </a:buClr>
          <a:buSzTx/>
          <a:buFont typeface="Webdings" pitchFamily="18" charset="2"/>
          <a:buNone/>
          <a:tabLst/>
          <a:defRPr kumimoji="0" sz="2400" b="0" i="0" u="none" strike="noStrike" kern="0" cap="none" spc="0" normalizeH="0" baseline="0" noProof="0" smtClean="0">
            <a:ln>
              <a:noFill/>
            </a:ln>
            <a:solidFill>
              <a:schemeClr val="tx1"/>
            </a:solidFill>
            <a:effectLst/>
            <a:uLnTx/>
            <a:uFillTx/>
            <a:latin typeface="Calibri" pitchFamily="34" charset="0"/>
            <a:ea typeface="+mn-ea"/>
            <a:cs typeface="+mn-cs"/>
          </a:defRPr>
        </a:defPPr>
      </a:lstStyle>
    </a:txDef>
  </a:objectDefaults>
  <a:extraClrSchemeLst>
    <a:extraClrScheme>
      <a:clrScheme name="1_blank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1_blank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CC99FF"/>
        </a:folHlink>
      </a:clrScheme>
      <a:clrMap bg1="lt1" tx1="dk1" bg2="lt2" tx2="dk2" accent1="accent1" accent2="accent2" accent3="accent3" accent4="accent4" accent5="accent5" accent6="accent6" hlink="hlink" folHlink="folHlink"/>
    </a:extraClrScheme>
    <a:extraClrScheme>
      <a:clrScheme name="1_blank 6">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FFFFCC"/>
        </a:folHlink>
      </a:clrScheme>
      <a:clrMap bg1="lt1" tx1="dk1" bg2="lt2" tx2="dk2" accent1="accent1" accent2="accent2" accent3="accent3" accent4="accent4" accent5="accent5" accent6="accent6" hlink="hlink" folHlink="folHlink"/>
    </a:extraClrScheme>
    <a:extraClrScheme>
      <a:clrScheme name="1_blank 7">
        <a:dk1>
          <a:srgbClr val="000000"/>
        </a:dk1>
        <a:lt1>
          <a:srgbClr val="FFFFFF"/>
        </a:lt1>
        <a:dk2>
          <a:srgbClr val="204162"/>
        </a:dk2>
        <a:lt2>
          <a:srgbClr val="B2B2B2"/>
        </a:lt2>
        <a:accent1>
          <a:srgbClr val="336699"/>
        </a:accent1>
        <a:accent2>
          <a:srgbClr val="C0D5EA"/>
        </a:accent2>
        <a:accent3>
          <a:srgbClr val="FFFFFF"/>
        </a:accent3>
        <a:accent4>
          <a:srgbClr val="000000"/>
        </a:accent4>
        <a:accent5>
          <a:srgbClr val="ADB8CA"/>
        </a:accent5>
        <a:accent6>
          <a:srgbClr val="AEC1D4"/>
        </a:accent6>
        <a:hlink>
          <a:srgbClr val="99CC99"/>
        </a:hlink>
        <a:folHlink>
          <a:srgbClr val="478F47"/>
        </a:folHlink>
      </a:clrScheme>
      <a:clrMap bg1="lt1" tx1="dk1" bg2="lt2" tx2="dk2" accent1="accent1" accent2="accent2" accent3="accent3" accent4="accent4" accent5="accent5" accent6="accent6" hlink="hlink" folHlink="folHlink"/>
    </a:extraClrScheme>
    <a:extraClrScheme>
      <a:clrScheme name="1_blank 8">
        <a:dk1>
          <a:srgbClr val="00234C"/>
        </a:dk1>
        <a:lt1>
          <a:srgbClr val="FFFFFF"/>
        </a:lt1>
        <a:dk2>
          <a:srgbClr val="000000"/>
        </a:dk2>
        <a:lt2>
          <a:srgbClr val="5F5F5F"/>
        </a:lt2>
        <a:accent1>
          <a:srgbClr val="C0C0C0"/>
        </a:accent1>
        <a:accent2>
          <a:srgbClr val="808080"/>
        </a:accent2>
        <a:accent3>
          <a:srgbClr val="FFFFFF"/>
        </a:accent3>
        <a:accent4>
          <a:srgbClr val="001C4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9">
        <a:dk1>
          <a:srgbClr val="00234C"/>
        </a:dk1>
        <a:lt1>
          <a:srgbClr val="FFFFFF"/>
        </a:lt1>
        <a:dk2>
          <a:srgbClr val="00234C"/>
        </a:dk2>
        <a:lt2>
          <a:srgbClr val="5F5F5F"/>
        </a:lt2>
        <a:accent1>
          <a:srgbClr val="004B85"/>
        </a:accent1>
        <a:accent2>
          <a:srgbClr val="EEB30E"/>
        </a:accent2>
        <a:accent3>
          <a:srgbClr val="FFFFFF"/>
        </a:accent3>
        <a:accent4>
          <a:srgbClr val="001C40"/>
        </a:accent4>
        <a:accent5>
          <a:srgbClr val="AAB1C2"/>
        </a:accent5>
        <a:accent6>
          <a:srgbClr val="D8A20C"/>
        </a:accent6>
        <a:hlink>
          <a:srgbClr val="4F0044"/>
        </a:hlink>
        <a:folHlink>
          <a:srgbClr val="00554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3" id="{0BC3A5D7-479C-4A14-A374-95FA950DC914}" vid="{561ADACE-4298-4A10-8D87-BD03B5BBD0A1}"/>
    </a:ext>
  </a:extLst>
</a:theme>
</file>

<file path=ppt/theme/theme4.xml><?xml version="1.0" encoding="utf-8"?>
<a:theme xmlns:a="http://schemas.openxmlformats.org/drawingml/2006/main" name="1_blank">
  <a:themeElements>
    <a:clrScheme name="Custom 1">
      <a:dk1>
        <a:srgbClr val="000000"/>
      </a:dk1>
      <a:lt1>
        <a:srgbClr val="FFFFFF"/>
      </a:lt1>
      <a:dk2>
        <a:srgbClr val="000000"/>
      </a:dk2>
      <a:lt2>
        <a:srgbClr val="FFFFFF"/>
      </a:lt2>
      <a:accent1>
        <a:srgbClr val="FF8F27"/>
      </a:accent1>
      <a:accent2>
        <a:srgbClr val="D26400"/>
      </a:accent2>
      <a:accent3>
        <a:srgbClr val="6A9DC1"/>
      </a:accent3>
      <a:accent4>
        <a:srgbClr val="002C59"/>
      </a:accent4>
      <a:accent5>
        <a:srgbClr val="59595C"/>
      </a:accent5>
      <a:accent6>
        <a:srgbClr val="C00000"/>
      </a:accent6>
      <a:hlink>
        <a:srgbClr val="FFC000"/>
      </a:hlink>
      <a:folHlink>
        <a:srgbClr val="FFC000"/>
      </a:folHlink>
    </a:clrScheme>
    <a:fontScheme name="RUC30170">
      <a:majorFont>
        <a:latin typeface="Segoe UI"/>
        <a:ea typeface=""/>
        <a:cs typeface=""/>
      </a:majorFont>
      <a:minorFont>
        <a:latin typeface="Segoe UI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bwMode="auto">
        <a:noFill/>
        <a:ln w="9525">
          <a:noFill/>
          <a:miter lim="800000"/>
          <a:headEnd/>
          <a:tailEnd/>
        </a:ln>
        <a:effectLst/>
      </a:spPr>
      <a:bodyPr vert="horz" wrap="square" lIns="18288" tIns="18288" rIns="18288" bIns="18288" numCol="1" anchor="t" anchorCtr="0" compatLnSpc="1">
        <a:prstTxWarp prst="textNoShape">
          <a:avLst/>
        </a:prstTxWarp>
        <a:spAutoFit/>
      </a:bodyPr>
      <a:lstStyle>
        <a:defPPr marL="0" marR="0" indent="0" algn="l" defTabSz="914400" rtl="0" eaLnBrk="1" fontAlgn="base" latinLnBrk="0" hangingPunct="1">
          <a:lnSpc>
            <a:spcPct val="100000"/>
          </a:lnSpc>
          <a:spcBef>
            <a:spcPts val="300"/>
          </a:spcBef>
          <a:spcAft>
            <a:spcPts val="400"/>
          </a:spcAft>
          <a:buClr>
            <a:schemeClr val="accent5">
              <a:lumMod val="50000"/>
            </a:schemeClr>
          </a:buClr>
          <a:buSzTx/>
          <a:buFont typeface="Webdings" pitchFamily="18" charset="2"/>
          <a:buNone/>
          <a:tabLst/>
          <a:defRPr kumimoji="0" sz="2400" b="0" i="0" u="none" strike="noStrike" kern="0" cap="none" spc="0" normalizeH="0" baseline="0" noProof="0" smtClean="0">
            <a:ln>
              <a:noFill/>
            </a:ln>
            <a:solidFill>
              <a:schemeClr val="tx1"/>
            </a:solidFill>
            <a:effectLst/>
            <a:uLnTx/>
            <a:uFillTx/>
            <a:latin typeface="Calibri" pitchFamily="34" charset="0"/>
            <a:ea typeface="+mn-ea"/>
            <a:cs typeface="+mn-cs"/>
          </a:defRPr>
        </a:defPPr>
      </a:lstStyle>
    </a:txDef>
  </a:objectDefaults>
  <a:extraClrSchemeLst>
    <a:extraClrScheme>
      <a:clrScheme name="1_blank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1_blank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CC99FF"/>
        </a:folHlink>
      </a:clrScheme>
      <a:clrMap bg1="lt1" tx1="dk1" bg2="lt2" tx2="dk2" accent1="accent1" accent2="accent2" accent3="accent3" accent4="accent4" accent5="accent5" accent6="accent6" hlink="hlink" folHlink="folHlink"/>
    </a:extraClrScheme>
    <a:extraClrScheme>
      <a:clrScheme name="1_blank 6">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FFFFCC"/>
        </a:folHlink>
      </a:clrScheme>
      <a:clrMap bg1="lt1" tx1="dk1" bg2="lt2" tx2="dk2" accent1="accent1" accent2="accent2" accent3="accent3" accent4="accent4" accent5="accent5" accent6="accent6" hlink="hlink" folHlink="folHlink"/>
    </a:extraClrScheme>
    <a:extraClrScheme>
      <a:clrScheme name="1_blank 7">
        <a:dk1>
          <a:srgbClr val="000000"/>
        </a:dk1>
        <a:lt1>
          <a:srgbClr val="FFFFFF"/>
        </a:lt1>
        <a:dk2>
          <a:srgbClr val="204162"/>
        </a:dk2>
        <a:lt2>
          <a:srgbClr val="B2B2B2"/>
        </a:lt2>
        <a:accent1>
          <a:srgbClr val="336699"/>
        </a:accent1>
        <a:accent2>
          <a:srgbClr val="C0D5EA"/>
        </a:accent2>
        <a:accent3>
          <a:srgbClr val="FFFFFF"/>
        </a:accent3>
        <a:accent4>
          <a:srgbClr val="000000"/>
        </a:accent4>
        <a:accent5>
          <a:srgbClr val="ADB8CA"/>
        </a:accent5>
        <a:accent6>
          <a:srgbClr val="AEC1D4"/>
        </a:accent6>
        <a:hlink>
          <a:srgbClr val="99CC99"/>
        </a:hlink>
        <a:folHlink>
          <a:srgbClr val="478F47"/>
        </a:folHlink>
      </a:clrScheme>
      <a:clrMap bg1="lt1" tx1="dk1" bg2="lt2" tx2="dk2" accent1="accent1" accent2="accent2" accent3="accent3" accent4="accent4" accent5="accent5" accent6="accent6" hlink="hlink" folHlink="folHlink"/>
    </a:extraClrScheme>
    <a:extraClrScheme>
      <a:clrScheme name="1_blank 8">
        <a:dk1>
          <a:srgbClr val="00234C"/>
        </a:dk1>
        <a:lt1>
          <a:srgbClr val="FFFFFF"/>
        </a:lt1>
        <a:dk2>
          <a:srgbClr val="000000"/>
        </a:dk2>
        <a:lt2>
          <a:srgbClr val="5F5F5F"/>
        </a:lt2>
        <a:accent1>
          <a:srgbClr val="C0C0C0"/>
        </a:accent1>
        <a:accent2>
          <a:srgbClr val="808080"/>
        </a:accent2>
        <a:accent3>
          <a:srgbClr val="FFFFFF"/>
        </a:accent3>
        <a:accent4>
          <a:srgbClr val="001C4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9">
        <a:dk1>
          <a:srgbClr val="00234C"/>
        </a:dk1>
        <a:lt1>
          <a:srgbClr val="FFFFFF"/>
        </a:lt1>
        <a:dk2>
          <a:srgbClr val="00234C"/>
        </a:dk2>
        <a:lt2>
          <a:srgbClr val="5F5F5F"/>
        </a:lt2>
        <a:accent1>
          <a:srgbClr val="004B85"/>
        </a:accent1>
        <a:accent2>
          <a:srgbClr val="EEB30E"/>
        </a:accent2>
        <a:accent3>
          <a:srgbClr val="FFFFFF"/>
        </a:accent3>
        <a:accent4>
          <a:srgbClr val="001C40"/>
        </a:accent4>
        <a:accent5>
          <a:srgbClr val="AAB1C2"/>
        </a:accent5>
        <a:accent6>
          <a:srgbClr val="D8A20C"/>
        </a:accent6>
        <a:hlink>
          <a:srgbClr val="4F0044"/>
        </a:hlink>
        <a:folHlink>
          <a:srgbClr val="00554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3" id="{0BC3A5D7-479C-4A14-A374-95FA950DC914}" vid="{561ADACE-4298-4A10-8D87-BD03B5BBD0A1}"/>
    </a:ext>
  </a:extLst>
</a:theme>
</file>

<file path=ppt/theme/theme5.xml><?xml version="1.0" encoding="utf-8"?>
<a:theme xmlns:a="http://schemas.openxmlformats.org/drawingml/2006/main" name="3_blank">
  <a:themeElements>
    <a:clrScheme name="Custom 1">
      <a:dk1>
        <a:srgbClr val="000000"/>
      </a:dk1>
      <a:lt1>
        <a:srgbClr val="FFFFFF"/>
      </a:lt1>
      <a:dk2>
        <a:srgbClr val="000000"/>
      </a:dk2>
      <a:lt2>
        <a:srgbClr val="FFFFFF"/>
      </a:lt2>
      <a:accent1>
        <a:srgbClr val="FF8F27"/>
      </a:accent1>
      <a:accent2>
        <a:srgbClr val="D26400"/>
      </a:accent2>
      <a:accent3>
        <a:srgbClr val="6A9DC1"/>
      </a:accent3>
      <a:accent4>
        <a:srgbClr val="002C59"/>
      </a:accent4>
      <a:accent5>
        <a:srgbClr val="59595C"/>
      </a:accent5>
      <a:accent6>
        <a:srgbClr val="C00000"/>
      </a:accent6>
      <a:hlink>
        <a:srgbClr val="FFC000"/>
      </a:hlink>
      <a:folHlink>
        <a:srgbClr val="FFC000"/>
      </a:folHlink>
    </a:clrScheme>
    <a:fontScheme name="RUC30170">
      <a:majorFont>
        <a:latin typeface="Segoe UI"/>
        <a:ea typeface=""/>
        <a:cs typeface=""/>
      </a:majorFont>
      <a:minorFont>
        <a:latin typeface="Segoe UI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bwMode="auto">
        <a:noFill/>
        <a:ln w="9525">
          <a:noFill/>
          <a:miter lim="800000"/>
          <a:headEnd/>
          <a:tailEnd/>
        </a:ln>
        <a:effectLst/>
      </a:spPr>
      <a:bodyPr vert="horz" wrap="square" lIns="18288" tIns="18288" rIns="18288" bIns="18288" numCol="1" anchor="t" anchorCtr="0" compatLnSpc="1">
        <a:prstTxWarp prst="textNoShape">
          <a:avLst/>
        </a:prstTxWarp>
        <a:spAutoFit/>
      </a:bodyPr>
      <a:lstStyle>
        <a:defPPr marL="0" marR="0" indent="0" algn="l" defTabSz="914400" rtl="0" eaLnBrk="1" fontAlgn="base" latinLnBrk="0" hangingPunct="1">
          <a:lnSpc>
            <a:spcPct val="100000"/>
          </a:lnSpc>
          <a:spcBef>
            <a:spcPts val="300"/>
          </a:spcBef>
          <a:spcAft>
            <a:spcPts val="400"/>
          </a:spcAft>
          <a:buClr>
            <a:schemeClr val="accent5">
              <a:lumMod val="50000"/>
            </a:schemeClr>
          </a:buClr>
          <a:buSzTx/>
          <a:buFont typeface="Webdings" pitchFamily="18" charset="2"/>
          <a:buNone/>
          <a:tabLst/>
          <a:defRPr kumimoji="0" sz="2400" b="0" i="0" u="none" strike="noStrike" kern="0" cap="none" spc="0" normalizeH="0" baseline="0" noProof="0" smtClean="0">
            <a:ln>
              <a:noFill/>
            </a:ln>
            <a:solidFill>
              <a:schemeClr val="tx1"/>
            </a:solidFill>
            <a:effectLst/>
            <a:uLnTx/>
            <a:uFillTx/>
            <a:latin typeface="Calibri" pitchFamily="34" charset="0"/>
            <a:ea typeface="+mn-ea"/>
            <a:cs typeface="+mn-cs"/>
          </a:defRPr>
        </a:defPPr>
      </a:lstStyle>
    </a:txDef>
  </a:objectDefaults>
  <a:extraClrSchemeLst>
    <a:extraClrScheme>
      <a:clrScheme name="1_blank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1_blank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CC99FF"/>
        </a:folHlink>
      </a:clrScheme>
      <a:clrMap bg1="lt1" tx1="dk1" bg2="lt2" tx2="dk2" accent1="accent1" accent2="accent2" accent3="accent3" accent4="accent4" accent5="accent5" accent6="accent6" hlink="hlink" folHlink="folHlink"/>
    </a:extraClrScheme>
    <a:extraClrScheme>
      <a:clrScheme name="1_blank 6">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FFFFCC"/>
        </a:folHlink>
      </a:clrScheme>
      <a:clrMap bg1="lt1" tx1="dk1" bg2="lt2" tx2="dk2" accent1="accent1" accent2="accent2" accent3="accent3" accent4="accent4" accent5="accent5" accent6="accent6" hlink="hlink" folHlink="folHlink"/>
    </a:extraClrScheme>
    <a:extraClrScheme>
      <a:clrScheme name="1_blank 7">
        <a:dk1>
          <a:srgbClr val="000000"/>
        </a:dk1>
        <a:lt1>
          <a:srgbClr val="FFFFFF"/>
        </a:lt1>
        <a:dk2>
          <a:srgbClr val="204162"/>
        </a:dk2>
        <a:lt2>
          <a:srgbClr val="B2B2B2"/>
        </a:lt2>
        <a:accent1>
          <a:srgbClr val="336699"/>
        </a:accent1>
        <a:accent2>
          <a:srgbClr val="C0D5EA"/>
        </a:accent2>
        <a:accent3>
          <a:srgbClr val="FFFFFF"/>
        </a:accent3>
        <a:accent4>
          <a:srgbClr val="000000"/>
        </a:accent4>
        <a:accent5>
          <a:srgbClr val="ADB8CA"/>
        </a:accent5>
        <a:accent6>
          <a:srgbClr val="AEC1D4"/>
        </a:accent6>
        <a:hlink>
          <a:srgbClr val="99CC99"/>
        </a:hlink>
        <a:folHlink>
          <a:srgbClr val="478F47"/>
        </a:folHlink>
      </a:clrScheme>
      <a:clrMap bg1="lt1" tx1="dk1" bg2="lt2" tx2="dk2" accent1="accent1" accent2="accent2" accent3="accent3" accent4="accent4" accent5="accent5" accent6="accent6" hlink="hlink" folHlink="folHlink"/>
    </a:extraClrScheme>
    <a:extraClrScheme>
      <a:clrScheme name="1_blank 8">
        <a:dk1>
          <a:srgbClr val="00234C"/>
        </a:dk1>
        <a:lt1>
          <a:srgbClr val="FFFFFF"/>
        </a:lt1>
        <a:dk2>
          <a:srgbClr val="000000"/>
        </a:dk2>
        <a:lt2>
          <a:srgbClr val="5F5F5F"/>
        </a:lt2>
        <a:accent1>
          <a:srgbClr val="C0C0C0"/>
        </a:accent1>
        <a:accent2>
          <a:srgbClr val="808080"/>
        </a:accent2>
        <a:accent3>
          <a:srgbClr val="FFFFFF"/>
        </a:accent3>
        <a:accent4>
          <a:srgbClr val="001C4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9">
        <a:dk1>
          <a:srgbClr val="00234C"/>
        </a:dk1>
        <a:lt1>
          <a:srgbClr val="FFFFFF"/>
        </a:lt1>
        <a:dk2>
          <a:srgbClr val="00234C"/>
        </a:dk2>
        <a:lt2>
          <a:srgbClr val="5F5F5F"/>
        </a:lt2>
        <a:accent1>
          <a:srgbClr val="004B85"/>
        </a:accent1>
        <a:accent2>
          <a:srgbClr val="EEB30E"/>
        </a:accent2>
        <a:accent3>
          <a:srgbClr val="FFFFFF"/>
        </a:accent3>
        <a:accent4>
          <a:srgbClr val="001C40"/>
        </a:accent4>
        <a:accent5>
          <a:srgbClr val="AAB1C2"/>
        </a:accent5>
        <a:accent6>
          <a:srgbClr val="D8A20C"/>
        </a:accent6>
        <a:hlink>
          <a:srgbClr val="4F0044"/>
        </a:hlink>
        <a:folHlink>
          <a:srgbClr val="00554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3" id="{0BC3A5D7-479C-4A14-A374-95FA950DC914}" vid="{561ADACE-4298-4A10-8D87-BD03B5BBD0A1}"/>
    </a:ext>
  </a:extLst>
</a:theme>
</file>

<file path=ppt/theme/theme6.xml><?xml version="1.0" encoding="utf-8"?>
<a:theme xmlns:a="http://schemas.openxmlformats.org/drawingml/2006/main" name="42_blank">
  <a:themeElements>
    <a:clrScheme name="Custom 1">
      <a:dk1>
        <a:srgbClr val="000000"/>
      </a:dk1>
      <a:lt1>
        <a:srgbClr val="FFFFFF"/>
      </a:lt1>
      <a:dk2>
        <a:srgbClr val="000000"/>
      </a:dk2>
      <a:lt2>
        <a:srgbClr val="FFFFFF"/>
      </a:lt2>
      <a:accent1>
        <a:srgbClr val="FF8F27"/>
      </a:accent1>
      <a:accent2>
        <a:srgbClr val="D26400"/>
      </a:accent2>
      <a:accent3>
        <a:srgbClr val="6A9DC1"/>
      </a:accent3>
      <a:accent4>
        <a:srgbClr val="002C59"/>
      </a:accent4>
      <a:accent5>
        <a:srgbClr val="59595C"/>
      </a:accent5>
      <a:accent6>
        <a:srgbClr val="C00000"/>
      </a:accent6>
      <a:hlink>
        <a:srgbClr val="FFC000"/>
      </a:hlink>
      <a:folHlink>
        <a:srgbClr val="FFC000"/>
      </a:folHlink>
    </a:clrScheme>
    <a:fontScheme name="RUC30170">
      <a:majorFont>
        <a:latin typeface="Segoe UI"/>
        <a:ea typeface=""/>
        <a:cs typeface=""/>
      </a:majorFont>
      <a:minorFont>
        <a:latin typeface="Segoe UI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txDef>
      <a:spPr bwMode="auto">
        <a:noFill/>
        <a:ln w="9525">
          <a:noFill/>
          <a:miter lim="800000"/>
          <a:headEnd/>
          <a:tailEnd/>
        </a:ln>
        <a:effectLst/>
      </a:spPr>
      <a:bodyPr vert="horz" wrap="square" lIns="18288" tIns="18288" rIns="18288" bIns="18288" numCol="1" anchor="t" anchorCtr="0" compatLnSpc="1">
        <a:prstTxWarp prst="textNoShape">
          <a:avLst/>
        </a:prstTxWarp>
        <a:spAutoFit/>
      </a:bodyPr>
      <a:lstStyle>
        <a:defPPr marL="0" marR="0" indent="0" algn="l" defTabSz="914400" rtl="0" eaLnBrk="1" fontAlgn="base" latinLnBrk="0" hangingPunct="1">
          <a:lnSpc>
            <a:spcPct val="100000"/>
          </a:lnSpc>
          <a:spcBef>
            <a:spcPts val="300"/>
          </a:spcBef>
          <a:spcAft>
            <a:spcPts val="400"/>
          </a:spcAft>
          <a:buClr>
            <a:schemeClr val="accent5">
              <a:lumMod val="50000"/>
            </a:schemeClr>
          </a:buClr>
          <a:buSzTx/>
          <a:buFont typeface="Webdings" pitchFamily="18" charset="2"/>
          <a:buNone/>
          <a:tabLst/>
          <a:defRPr kumimoji="0" sz="2400" b="0" i="0" u="none" strike="noStrike" kern="0" cap="none" spc="0" normalizeH="0" baseline="0" noProof="0" smtClean="0">
            <a:ln>
              <a:noFill/>
            </a:ln>
            <a:solidFill>
              <a:schemeClr val="tx1"/>
            </a:solidFill>
            <a:effectLst/>
            <a:uLnTx/>
            <a:uFillTx/>
            <a:latin typeface="Calibri" pitchFamily="34" charset="0"/>
            <a:ea typeface="+mn-ea"/>
            <a:cs typeface="+mn-cs"/>
          </a:defRPr>
        </a:defPPr>
      </a:lstStyle>
    </a:txDef>
  </a:objectDefaults>
  <a:extraClrSchemeLst>
    <a:extraClrScheme>
      <a:clrScheme name="1_blank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1_blank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CC99FF"/>
        </a:folHlink>
      </a:clrScheme>
      <a:clrMap bg1="lt1" tx1="dk1" bg2="lt2" tx2="dk2" accent1="accent1" accent2="accent2" accent3="accent3" accent4="accent4" accent5="accent5" accent6="accent6" hlink="hlink" folHlink="folHlink"/>
    </a:extraClrScheme>
    <a:extraClrScheme>
      <a:clrScheme name="1_blank 6">
        <a:dk1>
          <a:srgbClr val="000000"/>
        </a:dk1>
        <a:lt1>
          <a:srgbClr val="FFFFFF"/>
        </a:lt1>
        <a:dk2>
          <a:srgbClr val="000000"/>
        </a:dk2>
        <a:lt2>
          <a:srgbClr val="003366"/>
        </a:lt2>
        <a:accent1>
          <a:srgbClr val="336699"/>
        </a:accent1>
        <a:accent2>
          <a:srgbClr val="CC0000"/>
        </a:accent2>
        <a:accent3>
          <a:srgbClr val="FFFFFF"/>
        </a:accent3>
        <a:accent4>
          <a:srgbClr val="000000"/>
        </a:accent4>
        <a:accent5>
          <a:srgbClr val="ADB8CA"/>
        </a:accent5>
        <a:accent6>
          <a:srgbClr val="B90000"/>
        </a:accent6>
        <a:hlink>
          <a:srgbClr val="99CC99"/>
        </a:hlink>
        <a:folHlink>
          <a:srgbClr val="FFFFCC"/>
        </a:folHlink>
      </a:clrScheme>
      <a:clrMap bg1="lt1" tx1="dk1" bg2="lt2" tx2="dk2" accent1="accent1" accent2="accent2" accent3="accent3" accent4="accent4" accent5="accent5" accent6="accent6" hlink="hlink" folHlink="folHlink"/>
    </a:extraClrScheme>
    <a:extraClrScheme>
      <a:clrScheme name="1_blank 7">
        <a:dk1>
          <a:srgbClr val="000000"/>
        </a:dk1>
        <a:lt1>
          <a:srgbClr val="FFFFFF"/>
        </a:lt1>
        <a:dk2>
          <a:srgbClr val="204162"/>
        </a:dk2>
        <a:lt2>
          <a:srgbClr val="B2B2B2"/>
        </a:lt2>
        <a:accent1>
          <a:srgbClr val="336699"/>
        </a:accent1>
        <a:accent2>
          <a:srgbClr val="C0D5EA"/>
        </a:accent2>
        <a:accent3>
          <a:srgbClr val="FFFFFF"/>
        </a:accent3>
        <a:accent4>
          <a:srgbClr val="000000"/>
        </a:accent4>
        <a:accent5>
          <a:srgbClr val="ADB8CA"/>
        </a:accent5>
        <a:accent6>
          <a:srgbClr val="AEC1D4"/>
        </a:accent6>
        <a:hlink>
          <a:srgbClr val="99CC99"/>
        </a:hlink>
        <a:folHlink>
          <a:srgbClr val="478F47"/>
        </a:folHlink>
      </a:clrScheme>
      <a:clrMap bg1="lt1" tx1="dk1" bg2="lt2" tx2="dk2" accent1="accent1" accent2="accent2" accent3="accent3" accent4="accent4" accent5="accent5" accent6="accent6" hlink="hlink" folHlink="folHlink"/>
    </a:extraClrScheme>
    <a:extraClrScheme>
      <a:clrScheme name="1_blank 8">
        <a:dk1>
          <a:srgbClr val="00234C"/>
        </a:dk1>
        <a:lt1>
          <a:srgbClr val="FFFFFF"/>
        </a:lt1>
        <a:dk2>
          <a:srgbClr val="000000"/>
        </a:dk2>
        <a:lt2>
          <a:srgbClr val="5F5F5F"/>
        </a:lt2>
        <a:accent1>
          <a:srgbClr val="C0C0C0"/>
        </a:accent1>
        <a:accent2>
          <a:srgbClr val="808080"/>
        </a:accent2>
        <a:accent3>
          <a:srgbClr val="FFFFFF"/>
        </a:accent3>
        <a:accent4>
          <a:srgbClr val="001C4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blank 9">
        <a:dk1>
          <a:srgbClr val="00234C"/>
        </a:dk1>
        <a:lt1>
          <a:srgbClr val="FFFFFF"/>
        </a:lt1>
        <a:dk2>
          <a:srgbClr val="00234C"/>
        </a:dk2>
        <a:lt2>
          <a:srgbClr val="5F5F5F"/>
        </a:lt2>
        <a:accent1>
          <a:srgbClr val="004B85"/>
        </a:accent1>
        <a:accent2>
          <a:srgbClr val="EEB30E"/>
        </a:accent2>
        <a:accent3>
          <a:srgbClr val="FFFFFF"/>
        </a:accent3>
        <a:accent4>
          <a:srgbClr val="001C40"/>
        </a:accent4>
        <a:accent5>
          <a:srgbClr val="AAB1C2"/>
        </a:accent5>
        <a:accent6>
          <a:srgbClr val="D8A20C"/>
        </a:accent6>
        <a:hlink>
          <a:srgbClr val="4F0044"/>
        </a:hlink>
        <a:folHlink>
          <a:srgbClr val="00554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3" id="{0BC3A5D7-479C-4A14-A374-95FA950DC914}" vid="{561ADACE-4298-4A10-8D87-BD03B5BBD0A1}"/>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7014</TotalTime>
  <Words>2628</Words>
  <Application>Microsoft Office PowerPoint</Application>
  <PresentationFormat>Widescreen</PresentationFormat>
  <Paragraphs>330</Paragraphs>
  <Slides>34</Slides>
  <Notes>32</Notes>
  <HiddenSlides>0</HiddenSlides>
  <MMClips>0</MMClips>
  <ScaleCrop>false</ScaleCrop>
  <HeadingPairs>
    <vt:vector size="8" baseType="variant">
      <vt:variant>
        <vt:lpstr>Fonts Used</vt:lpstr>
      </vt:variant>
      <vt:variant>
        <vt:i4>10</vt:i4>
      </vt:variant>
      <vt:variant>
        <vt:lpstr>Theme</vt:lpstr>
      </vt:variant>
      <vt:variant>
        <vt:i4>6</vt:i4>
      </vt:variant>
      <vt:variant>
        <vt:lpstr>Embedded OLE Servers</vt:lpstr>
      </vt:variant>
      <vt:variant>
        <vt:i4>1</vt:i4>
      </vt:variant>
      <vt:variant>
        <vt:lpstr>Slide Titles</vt:lpstr>
      </vt:variant>
      <vt:variant>
        <vt:i4>34</vt:i4>
      </vt:variant>
    </vt:vector>
  </HeadingPairs>
  <TitlesOfParts>
    <vt:vector size="51" baseType="lpstr">
      <vt:lpstr>Arial</vt:lpstr>
      <vt:lpstr>Calibri</vt:lpstr>
      <vt:lpstr>Courier New</vt:lpstr>
      <vt:lpstr>Open Sans Light</vt:lpstr>
      <vt:lpstr>Segoe UI</vt:lpstr>
      <vt:lpstr>Segoe UI Semilight</vt:lpstr>
      <vt:lpstr>Symbol</vt:lpstr>
      <vt:lpstr>Times New Roman</vt:lpstr>
      <vt:lpstr>Webdings</vt:lpstr>
      <vt:lpstr>Wingdings</vt:lpstr>
      <vt:lpstr>41_blank</vt:lpstr>
      <vt:lpstr>blank</vt:lpstr>
      <vt:lpstr>12_blank</vt:lpstr>
      <vt:lpstr>1_blank</vt:lpstr>
      <vt:lpstr>3_blank</vt:lpstr>
      <vt:lpstr>42_blank</vt:lpstr>
      <vt:lpstr>Acrobat Document</vt:lpstr>
      <vt:lpstr>Pre-Bid Conference </vt:lpstr>
      <vt:lpstr>PowerPoint Presentation</vt:lpstr>
      <vt:lpstr>PowerPoint Presentation</vt:lpstr>
      <vt:lpstr>Introductions </vt:lpstr>
      <vt:lpstr>Disclaimer </vt:lpstr>
      <vt:lpstr>NTTA Marketplace</vt:lpstr>
      <vt:lpstr> NTTA Marketplace Registration Required</vt:lpstr>
      <vt:lpstr>Marketplace Assistance</vt:lpstr>
      <vt:lpstr>Solicitation Participation</vt:lpstr>
      <vt:lpstr>PowerPoint Presentation</vt:lpstr>
      <vt:lpstr>PowerPoint Presentation</vt:lpstr>
      <vt:lpstr> Don’t Become Non-Responsive or Disqualified!</vt:lpstr>
      <vt:lpstr>Disqualifications (RFB) </vt:lpstr>
      <vt:lpstr>PowerPoint Presentation</vt:lpstr>
      <vt:lpstr>PowerPoint Presentation</vt:lpstr>
      <vt:lpstr>BUSINESS DIVERSITY</vt:lpstr>
      <vt:lpstr>Business Diversity Goal</vt:lpstr>
      <vt:lpstr>Ensuring Active Participation</vt:lpstr>
      <vt:lpstr>Key Program Requirements</vt:lpstr>
      <vt:lpstr>Recognized Certification Agencies</vt:lpstr>
      <vt:lpstr>Supplier Participation Options</vt:lpstr>
      <vt:lpstr>Who is Required to Complete the Form(s)?</vt:lpstr>
      <vt:lpstr>Subcontractor Plan Form</vt:lpstr>
      <vt:lpstr>Good Faith Effort Form</vt:lpstr>
      <vt:lpstr>Still Need Help?</vt:lpstr>
      <vt:lpstr>SCOPE OF WORK </vt:lpstr>
      <vt:lpstr>Scope of Work</vt:lpstr>
      <vt:lpstr>Scope of Work</vt:lpstr>
      <vt:lpstr>Scope of Work</vt:lpstr>
      <vt:lpstr>KEY DATES</vt:lpstr>
      <vt:lpstr>PowerPoint Presentation</vt:lpstr>
      <vt:lpstr>     QUESTIONS? </vt:lpstr>
      <vt:lpstr>Adjourn</vt:lpstr>
      <vt:lpstr>PowerPoint Presentation</vt:lpstr>
    </vt:vector>
  </TitlesOfParts>
  <Company>North Texas Toll Authority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Hofmann, James</dc:creator>
  <cp:lastModifiedBy>Lacasse, Stephen</cp:lastModifiedBy>
  <cp:revision>442</cp:revision>
  <cp:lastPrinted>2018-01-03T17:43:14Z</cp:lastPrinted>
  <dcterms:created xsi:type="dcterms:W3CDTF">2017-06-06T20:32:49Z</dcterms:created>
  <dcterms:modified xsi:type="dcterms:W3CDTF">2024-09-19T14:21:04Z</dcterms:modified>
</cp:coreProperties>
</file>